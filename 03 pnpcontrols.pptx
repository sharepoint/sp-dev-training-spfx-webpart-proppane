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4229" r:id="rId2"/>
  </p:sldMasterIdLst>
  <p:notesMasterIdLst>
    <p:notesMasterId r:id="rId14"/>
  </p:notesMasterIdLst>
  <p:handoutMasterIdLst>
    <p:handoutMasterId r:id="rId15"/>
  </p:handoutMasterIdLst>
  <p:sldIdLst>
    <p:sldId id="257" r:id="rId3"/>
    <p:sldId id="263" r:id="rId4"/>
    <p:sldId id="1555" r:id="rId5"/>
    <p:sldId id="1572" r:id="rId6"/>
    <p:sldId id="1573" r:id="rId7"/>
    <p:sldId id="1574" r:id="rId8"/>
    <p:sldId id="265" r:id="rId9"/>
    <p:sldId id="283" r:id="rId10"/>
    <p:sldId id="279" r:id="rId11"/>
    <p:sldId id="261" r:id="rId12"/>
    <p:sldId id="260" r:id="rId13"/>
  </p:sldIdLst>
  <p:sldSz cx="12436475" cy="6994525"/>
  <p:notesSz cx="68580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E1FBED56-7E21-C94D-8049-451270E8C32A}">
          <p14:sldIdLst>
            <p14:sldId id="257"/>
            <p14:sldId id="263"/>
          </p14:sldIdLst>
        </p14:section>
        <p14:section name="body" id="{3D9C80B2-EAAE-E24F-83D7-5970E147313E}">
          <p14:sldIdLst>
            <p14:sldId id="1555"/>
            <p14:sldId id="1572"/>
            <p14:sldId id="1573"/>
            <p14:sldId id="1574"/>
            <p14:sldId id="265"/>
          </p14:sldIdLst>
        </p14:section>
        <p14:section name="outro" id="{E93196B6-EFE2-3242-B776-C77C0FCFFEF1}">
          <p14:sldIdLst>
            <p14:sldId id="283"/>
            <p14:sldId id="279"/>
            <p14:sldId id="261"/>
            <p14:sldId id="260"/>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D2D30"/>
    <a:srgbClr val="2F2F2F"/>
    <a:srgbClr val="787878"/>
    <a:srgbClr val="595959"/>
    <a:srgbClr val="A6A6A6"/>
    <a:srgbClr val="7F7F7F"/>
    <a:srgbClr val="00BCF2"/>
    <a:srgbClr val="FFFFFF"/>
    <a:srgbClr val="000A18"/>
    <a:srgbClr val="BCEEFC"/>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505" autoAdjust="0"/>
    <p:restoredTop sz="68493" autoAdjust="0"/>
  </p:normalViewPr>
  <p:slideViewPr>
    <p:cSldViewPr snapToGrid="0">
      <p:cViewPr varScale="1">
        <p:scale>
          <a:sx n="83" d="100"/>
          <a:sy n="83" d="100"/>
        </p:scale>
        <p:origin x="1800" y="200"/>
      </p:cViewPr>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snapToGrid="0" showGuides="1">
      <p:cViewPr>
        <p:scale>
          <a:sx n="66" d="100"/>
          <a:sy n="66" d="100"/>
        </p:scale>
        <p:origin x="4290" y="6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r>
              <a:rPr lang="en-US" dirty="0">
                <a:latin typeface="Segoe UI" pitchFamily="34" charset="0"/>
              </a:rPr>
              <a:t>SharePoint Framework</a:t>
            </a: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1D0CB2F-F0BF-435A-A27A-2EC15087F634}" type="datetime8">
              <a:rPr lang="en-US" smtClean="0">
                <a:latin typeface="Segoe UI" pitchFamily="34" charset="0"/>
              </a:rPr>
              <a:t>5/25/26 7:01 AM</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r>
              <a:rPr lang="en-US" dirty="0"/>
              <a:t>SharePoint Framework</a:t>
            </a:r>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D18B56EA-E28F-4F92-9F16-7A6F2501B303}" type="datetime8">
              <a:rPr lang="en-US" smtClean="0"/>
              <a:t>5/25/26 6:59 AM</a:t>
            </a:fld>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32742" rtl="0" eaLnBrk="1" latinLnBrk="0" hangingPunct="1">
      <a:lnSpc>
        <a:spcPct val="90000"/>
      </a:lnSpc>
      <a:spcAft>
        <a:spcPts val="340"/>
      </a:spcAft>
      <a:defRPr sz="900" kern="1200">
        <a:solidFill>
          <a:schemeClr val="tx1"/>
        </a:solidFill>
        <a:latin typeface="Segoe UI Light" pitchFamily="34" charset="0"/>
        <a:ea typeface="+mn-ea"/>
        <a:cs typeface="+mn-cs"/>
      </a:defRPr>
    </a:lvl1pPr>
    <a:lvl2pPr marL="217262" indent="-107956"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2pPr>
    <a:lvl3pPr marL="334664"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3pPr>
    <a:lvl4pPr marL="492551" indent="-149789"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4pPr>
    <a:lvl5pPr marL="627496"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5pPr>
    <a:lvl6pPr marL="2331856" algn="l" defTabSz="932742" rtl="0" eaLnBrk="1" latinLnBrk="0" hangingPunct="1">
      <a:defRPr sz="1200" kern="1200">
        <a:solidFill>
          <a:schemeClr val="tx1"/>
        </a:solidFill>
        <a:latin typeface="+mn-lt"/>
        <a:ea typeface="+mn-ea"/>
        <a:cs typeface="+mn-cs"/>
      </a:defRPr>
    </a:lvl6pPr>
    <a:lvl7pPr marL="2798226" algn="l" defTabSz="932742" rtl="0" eaLnBrk="1" latinLnBrk="0" hangingPunct="1">
      <a:defRPr sz="1200" kern="1200">
        <a:solidFill>
          <a:schemeClr val="tx1"/>
        </a:solidFill>
        <a:latin typeface="+mn-lt"/>
        <a:ea typeface="+mn-ea"/>
        <a:cs typeface="+mn-cs"/>
      </a:defRPr>
    </a:lvl7pPr>
    <a:lvl8pPr marL="3264597" algn="l" defTabSz="932742" rtl="0" eaLnBrk="1" latinLnBrk="0" hangingPunct="1">
      <a:defRPr sz="1200" kern="1200">
        <a:solidFill>
          <a:schemeClr val="tx1"/>
        </a:solidFill>
        <a:latin typeface="+mn-lt"/>
        <a:ea typeface="+mn-ea"/>
        <a:cs typeface="+mn-cs"/>
      </a:defRPr>
    </a:lvl8pPr>
    <a:lvl9pPr marL="3730969" algn="l" defTabSz="9327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5/25/26 6:59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a:t>
            </a:fld>
            <a:endParaRPr lang="en-US" dirty="0"/>
          </a:p>
        </p:txBody>
      </p:sp>
    </p:spTree>
    <p:extLst>
      <p:ext uri="{BB962C8B-B14F-4D97-AF65-F5344CB8AC3E}">
        <p14:creationId xmlns:p14="http://schemas.microsoft.com/office/powerpoint/2010/main" val="9098579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sz="900" b="0" kern="1200" dirty="0">
                <a:solidFill>
                  <a:schemeClr val="tx1"/>
                </a:solidFill>
                <a:effectLst/>
                <a:latin typeface="Segoe UI Light" pitchFamily="34" charset="0"/>
                <a:ea typeface="+mn-ea"/>
                <a:cs typeface="+mn-cs"/>
              </a:rPr>
              <a:t>In this unit, you'll learn how you can use third-party controls from the popular PnP </a:t>
            </a:r>
            <a:r>
              <a:rPr lang="en-US" sz="900" b="0" kern="1200" dirty="0" err="1">
                <a:solidFill>
                  <a:schemeClr val="tx1"/>
                </a:solidFill>
                <a:effectLst/>
                <a:latin typeface="Segoe UI Light" pitchFamily="34" charset="0"/>
                <a:ea typeface="+mn-ea"/>
                <a:cs typeface="+mn-cs"/>
              </a:rPr>
              <a:t>SPFx</a:t>
            </a:r>
            <a:r>
              <a:rPr lang="en-US" sz="900" b="0" kern="1200" dirty="0">
                <a:solidFill>
                  <a:schemeClr val="tx1"/>
                </a:solidFill>
                <a:effectLst/>
                <a:latin typeface="Segoe UI Light" pitchFamily="34" charset="0"/>
                <a:ea typeface="+mn-ea"/>
                <a:cs typeface="+mn-cs"/>
              </a:rPr>
              <a:t> reusable property pane controls project.</a:t>
            </a:r>
          </a:p>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5/25/26 6:59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a:t>
            </a:fld>
            <a:endParaRPr lang="en-US" dirty="0"/>
          </a:p>
        </p:txBody>
      </p:sp>
    </p:spTree>
    <p:extLst>
      <p:ext uri="{BB962C8B-B14F-4D97-AF65-F5344CB8AC3E}">
        <p14:creationId xmlns:p14="http://schemas.microsoft.com/office/powerpoint/2010/main" val="28970428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property pane field controls included in the SharePoint Framework API are basic input controls. They enable developers to provide users an experience to edit public properties on the web part. These basic controls don't contain any special logic or detail about the current SharePoint site.</a:t>
            </a:r>
          </a:p>
          <a:p>
            <a:endParaRPr lang="en-US" dirty="0"/>
          </a:p>
          <a:p>
            <a:r>
              <a:rPr lang="en-US" dirty="0"/>
              <a:t>For example, if you wanted to provide an experience for your users to select an existing SharePoint list from the current site from a list in the property pane, you'll have to write the code to retrieve all the SharePoint lists and display them in the property pane.</a:t>
            </a:r>
          </a:p>
          <a:p>
            <a:endParaRPr lang="en-US" dirty="0"/>
          </a:p>
          <a:p>
            <a:r>
              <a:rPr lang="en-US" b="0" dirty="0">
                <a:solidFill>
                  <a:srgbClr val="000000"/>
                </a:solidFill>
                <a:effectLst/>
                <a:latin typeface="Consolas" panose="020B0609020204030204" pitchFamily="49" charset="0"/>
              </a:rPr>
              <a:t>This common requirement could be simplified so that a developer could create a custom property pane field control that, when added to the property pane, contained the logic to retrieve all lists from the current SharePoint site and display them in a dropdown control. You could also include settings on the control to include or exclude hidden lists, exclude SharePoint infrastructure lists such as the Master Page Gallery or Client Side Assets library, or other settings.</a:t>
            </a:r>
          </a:p>
          <a:p>
            <a:endParaRPr lang="en-US" dirty="0"/>
          </a:p>
          <a:p>
            <a:r>
              <a:rPr lang="en-US" dirty="0"/>
              <a:t>These *smart controls* can then be used across multiple SharePoint Framework client-side web part projects, simplifying the code in those projects because they don't have to populate the property pane with a list of all SharePoint lists int he site.</a:t>
            </a:r>
          </a:p>
          <a:p>
            <a:endParaRPr lang="en-US" dirty="0"/>
          </a:p>
        </p:txBody>
      </p:sp>
      <p:sp>
        <p:nvSpPr>
          <p:cNvPr id="4" name="Header Placeholder 3"/>
          <p:cNvSpPr>
            <a:spLocks noGrp="1"/>
          </p:cNvSpPr>
          <p:nvPr>
            <p:ph type="hdr" sz="quarter" idx="10"/>
          </p:nvPr>
        </p:nvSpPr>
        <p:spPr/>
        <p:txBody>
          <a:bodyPr/>
          <a:lstStyle/>
          <a:p>
            <a:r>
              <a:rPr lang="en-US"/>
              <a:t>SharePoint</a:t>
            </a:r>
            <a:endParaRPr lang="en-US" dirty="0"/>
          </a:p>
        </p:txBody>
      </p:sp>
      <p:sp>
        <p:nvSpPr>
          <p:cNvPr id="5" name="Footer Placeholder 4"/>
          <p:cNvSpPr>
            <a:spLocks noGrp="1"/>
          </p:cNvSpPr>
          <p:nvPr>
            <p:ph type="ftr" sz="quarter" idx="11"/>
          </p:nvPr>
        </p:nvSpPr>
        <p:spPr/>
        <p:txBody>
          <a:bodyPr/>
          <a:lstStyle/>
          <a:p>
            <a:pPr defTabSz="924154"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2016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Slide Number Placeholder 5"/>
          <p:cNvSpPr>
            <a:spLocks noGrp="1"/>
          </p:cNvSpPr>
          <p:nvPr>
            <p:ph type="sldNum" sz="quarter" idx="12"/>
          </p:nvPr>
        </p:nvSpPr>
        <p:spPr/>
        <p:txBody>
          <a:bodyPr/>
          <a:lstStyle/>
          <a:p>
            <a:fld id="{B4008EB6-D09E-4580-8CD6-DDB14511944F}" type="slidenum">
              <a:rPr lang="en-US" smtClean="0"/>
              <a:pPr/>
              <a:t>3</a:t>
            </a:fld>
            <a:endParaRPr lang="en-US" dirty="0"/>
          </a:p>
        </p:txBody>
      </p:sp>
    </p:spTree>
    <p:extLst>
      <p:ext uri="{BB962C8B-B14F-4D97-AF65-F5344CB8AC3E}">
        <p14:creationId xmlns:p14="http://schemas.microsoft.com/office/powerpoint/2010/main" val="29084950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SharePoint Patterns and Practices (PnP) group provides an open source library containing reusable controls for use in the SharePoint Framework client-side web part property pane. These controls include this reusable logic that is tied to the current SharePoint site.</a:t>
            </a:r>
          </a:p>
          <a:p>
            <a:endParaRPr lang="en-US" dirty="0"/>
          </a:p>
          <a:p>
            <a:r>
              <a:rPr lang="en-US" dirty="0"/>
              <a:t>You can learn more about these controls at **https://</a:t>
            </a:r>
            <a:r>
              <a:rPr lang="en-US" dirty="0" err="1"/>
              <a:t>sharepoint.github.io</a:t>
            </a:r>
            <a:r>
              <a:rPr lang="en-US" dirty="0"/>
              <a:t>/</a:t>
            </a:r>
            <a:r>
              <a:rPr lang="en-US" dirty="0" err="1"/>
              <a:t>sp</a:t>
            </a:r>
            <a:r>
              <a:rPr lang="en-US" dirty="0"/>
              <a:t>-dev-</a:t>
            </a:r>
            <a:r>
              <a:rPr lang="en-US" dirty="0" err="1"/>
              <a:t>fx</a:t>
            </a:r>
            <a:r>
              <a:rPr lang="en-US" dirty="0"/>
              <a:t>-property-controls**.</a:t>
            </a:r>
          </a:p>
          <a:p>
            <a:endParaRPr lang="en-US" dirty="0"/>
          </a:p>
        </p:txBody>
      </p:sp>
      <p:sp>
        <p:nvSpPr>
          <p:cNvPr id="4" name="Header Placeholder 3"/>
          <p:cNvSpPr>
            <a:spLocks noGrp="1"/>
          </p:cNvSpPr>
          <p:nvPr>
            <p:ph type="hdr" sz="quarter"/>
          </p:nvPr>
        </p:nvSpPr>
        <p:spPr/>
        <p:txBody>
          <a:bodyPr/>
          <a:lstStyle/>
          <a:p>
            <a:r>
              <a:rPr lang="en-US"/>
              <a:t>SharePoint Framework</a:t>
            </a:r>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D18B56EA-E28F-4F92-9F16-7A6F2501B303}" type="datetime8">
              <a:rPr lang="en-US" smtClean="0"/>
              <a:t>5/25/26 6:59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4</a:t>
            </a:fld>
            <a:endParaRPr lang="en-US" dirty="0"/>
          </a:p>
        </p:txBody>
      </p:sp>
    </p:spTree>
    <p:extLst>
      <p:ext uri="{BB962C8B-B14F-4D97-AF65-F5344CB8AC3E}">
        <p14:creationId xmlns:p14="http://schemas.microsoft.com/office/powerpoint/2010/main" val="27928330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library contains multiple controls that you can use in your projects. Some of the controls include:</a:t>
            </a:r>
          </a:p>
          <a:p>
            <a:endParaRPr lang="en-US" dirty="0"/>
          </a:p>
          <a:p>
            <a:r>
              <a:rPr lang="en-US" dirty="0"/>
              <a:t>- **</a:t>
            </a:r>
            <a:r>
              <a:rPr lang="en-US" dirty="0" err="1"/>
              <a:t>PropertyFieldColorPicker</a:t>
            </a:r>
            <a:r>
              <a:rPr lang="en-US" dirty="0"/>
              <a:t>**: Select a color from a swatch or using the RGB values.</a:t>
            </a:r>
          </a:p>
          <a:p>
            <a:r>
              <a:rPr lang="en-US" dirty="0"/>
              <a:t>- **</a:t>
            </a:r>
            <a:r>
              <a:rPr lang="en-US" dirty="0" err="1"/>
              <a:t>PropertyFieldDateTimePicker</a:t>
            </a:r>
            <a:r>
              <a:rPr lang="en-US" dirty="0"/>
              <a:t>**: Select a date and time from a friendly picker control.</a:t>
            </a:r>
          </a:p>
          <a:p>
            <a:r>
              <a:rPr lang="en-US" dirty="0"/>
              <a:t>- **</a:t>
            </a:r>
            <a:r>
              <a:rPr lang="en-US" dirty="0" err="1"/>
              <a:t>PropertyFieldListPicker</a:t>
            </a:r>
            <a:r>
              <a:rPr lang="en-US" dirty="0"/>
              <a:t>**: Select a SharePoint list or lists from the current site.</a:t>
            </a:r>
          </a:p>
          <a:p>
            <a:r>
              <a:rPr lang="en-US" dirty="0"/>
              <a:t>- **</a:t>
            </a:r>
            <a:r>
              <a:rPr lang="en-US" dirty="0" err="1"/>
              <a:t>PropertyFieldPeoplePicker</a:t>
            </a:r>
            <a:r>
              <a:rPr lang="en-US" dirty="0"/>
              <a:t>**: Select people or groups from the current site's directory.</a:t>
            </a:r>
          </a:p>
          <a:p>
            <a:endParaRPr lang="en-US" dirty="0"/>
          </a:p>
        </p:txBody>
      </p:sp>
      <p:sp>
        <p:nvSpPr>
          <p:cNvPr id="4" name="Header Placeholder 3"/>
          <p:cNvSpPr>
            <a:spLocks noGrp="1"/>
          </p:cNvSpPr>
          <p:nvPr>
            <p:ph type="hdr" sz="quarter"/>
          </p:nvPr>
        </p:nvSpPr>
        <p:spPr/>
        <p:txBody>
          <a:bodyPr/>
          <a:lstStyle/>
          <a:p>
            <a:r>
              <a:rPr lang="en-US"/>
              <a:t>SharePoint Framework</a:t>
            </a:r>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D18B56EA-E28F-4F92-9F16-7A6F2501B303}" type="datetime8">
              <a:rPr lang="en-US" smtClean="0"/>
              <a:t>5/25/26 6:59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5</a:t>
            </a:fld>
            <a:endParaRPr lang="en-US" dirty="0"/>
          </a:p>
        </p:txBody>
      </p:sp>
    </p:spTree>
    <p:extLst>
      <p:ext uri="{BB962C8B-B14F-4D97-AF65-F5344CB8AC3E}">
        <p14:creationId xmlns:p14="http://schemas.microsoft.com/office/powerpoint/2010/main" val="27952560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use the PnP reusable property pane controls in your project, you start by first installing the NPM package that contains the controls:</a:t>
            </a:r>
          </a:p>
          <a:p>
            <a:endParaRPr lang="en-US" dirty="0"/>
          </a:p>
          <a:p>
            <a:r>
              <a:rPr lang="en-US" dirty="0"/>
              <a:t>Next, import only the controls into the web part file that you want to use.</a:t>
            </a:r>
          </a:p>
          <a:p>
            <a:endParaRPr lang="en-US" dirty="0"/>
          </a:p>
          <a:p>
            <a:r>
              <a:rPr lang="en-US" dirty="0"/>
              <a:t>&gt; [!TIP]</a:t>
            </a:r>
          </a:p>
          <a:p>
            <a:r>
              <a:rPr lang="en-US" dirty="0"/>
              <a:t>&gt; Ensure you only import the controls you want to use. When you import only specific objects, the bundling process will only include those objects and their dependencies in the resulting bundle. Otherwise, the entire library, including the controls you aren't using in your project, will be included in the bundle.</a:t>
            </a:r>
          </a:p>
          <a:p>
            <a:endParaRPr lang="en-US" dirty="0"/>
          </a:p>
          <a:p>
            <a:r>
              <a:rPr lang="en-US" dirty="0"/>
              <a:t>Finally, add the control to the list of `</a:t>
            </a:r>
            <a:r>
              <a:rPr lang="en-US" dirty="0" err="1"/>
              <a:t>groupFields</a:t>
            </a:r>
            <a:r>
              <a:rPr lang="en-US" dirty="0"/>
              <a:t>` in the `</a:t>
            </a:r>
            <a:r>
              <a:rPr lang="en-US" dirty="0" err="1"/>
              <a:t>getPropertyPaneConfiguration</a:t>
            </a:r>
            <a:r>
              <a:rPr lang="en-US" dirty="0"/>
              <a:t>()` method:</a:t>
            </a:r>
          </a:p>
          <a:p>
            <a:endParaRPr lang="en-US" dirty="0"/>
          </a:p>
        </p:txBody>
      </p:sp>
      <p:sp>
        <p:nvSpPr>
          <p:cNvPr id="4" name="Header Placeholder 3"/>
          <p:cNvSpPr>
            <a:spLocks noGrp="1"/>
          </p:cNvSpPr>
          <p:nvPr>
            <p:ph type="hdr" sz="quarter"/>
          </p:nvPr>
        </p:nvSpPr>
        <p:spPr/>
        <p:txBody>
          <a:bodyPr/>
          <a:lstStyle/>
          <a:p>
            <a:r>
              <a:rPr lang="en-US"/>
              <a:t>SharePoint Framework</a:t>
            </a:r>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D18B56EA-E28F-4F92-9F16-7A6F2501B303}" type="datetime8">
              <a:rPr lang="en-US" smtClean="0"/>
              <a:t>5/25/26 6:59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6</a:t>
            </a:fld>
            <a:endParaRPr lang="en-US" dirty="0"/>
          </a:p>
        </p:txBody>
      </p:sp>
    </p:spTree>
    <p:extLst>
      <p:ext uri="{BB962C8B-B14F-4D97-AF65-F5344CB8AC3E}">
        <p14:creationId xmlns:p14="http://schemas.microsoft.com/office/powerpoint/2010/main" val="42910668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5/25/26 6:59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7</a:t>
            </a:fld>
            <a:endParaRPr lang="en-US" dirty="0"/>
          </a:p>
        </p:txBody>
      </p:sp>
    </p:spTree>
    <p:extLst>
      <p:ext uri="{BB962C8B-B14F-4D97-AF65-F5344CB8AC3E}">
        <p14:creationId xmlns:p14="http://schemas.microsoft.com/office/powerpoint/2010/main" val="42711430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5/25/26 6:59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9</a:t>
            </a:fld>
            <a:endParaRPr lang="en-US" dirty="0"/>
          </a:p>
        </p:txBody>
      </p:sp>
    </p:spTree>
    <p:extLst>
      <p:ext uri="{BB962C8B-B14F-4D97-AF65-F5344CB8AC3E}">
        <p14:creationId xmlns:p14="http://schemas.microsoft.com/office/powerpoint/2010/main" val="32828062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5/25/26 6:59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10</a:t>
            </a:fld>
            <a:endParaRPr lang="en-US" dirty="0"/>
          </a:p>
        </p:txBody>
      </p:sp>
    </p:spTree>
    <p:extLst>
      <p:ext uri="{BB962C8B-B14F-4D97-AF65-F5344CB8AC3E}">
        <p14:creationId xmlns:p14="http://schemas.microsoft.com/office/powerpoint/2010/main" val="25108234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5/25/26 6:59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11</a:t>
            </a:fld>
            <a:endParaRPr lang="en-US" dirty="0"/>
          </a:p>
        </p:txBody>
      </p:sp>
    </p:spTree>
    <p:extLst>
      <p:ext uri="{BB962C8B-B14F-4D97-AF65-F5344CB8AC3E}">
        <p14:creationId xmlns:p14="http://schemas.microsoft.com/office/powerpoint/2010/main" val="168551960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Master" Target="../slideMasters/slideMaster1.xml"/><Relationship Id="rId5" Type="http://schemas.openxmlformats.org/officeDocument/2006/relationships/image" Target="../media/image10.jpeg"/><Relationship Id="rId4" Type="http://schemas.openxmlformats.org/officeDocument/2006/relationships/image" Target="../media/image9.jpe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13.jpe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bg>
      <p:bgPr>
        <a:solidFill>
          <a:schemeClr val="bg2"/>
        </a:solidFill>
        <a:effectLst/>
      </p:bgPr>
    </p:bg>
    <p:spTree>
      <p:nvGrpSpPr>
        <p:cNvPr id="1" name=""/>
        <p:cNvGrpSpPr/>
        <p:nvPr/>
      </p:nvGrpSpPr>
      <p:grpSpPr>
        <a:xfrm>
          <a:off x="0" y="0"/>
          <a:ext cx="0" cy="0"/>
          <a:chOff x="0" y="0"/>
          <a:chExt cx="0" cy="0"/>
        </a:xfrm>
      </p:grpSpPr>
      <p:pic>
        <p:nvPicPr>
          <p:cNvPr id="3" name="Picture 2" descr="A person standing in front of a computer&#10;&#10;Description generated with very high confidence">
            <a:extLst>
              <a:ext uri="{FF2B5EF4-FFF2-40B4-BE49-F238E27FC236}">
                <a16:creationId xmlns:a16="http://schemas.microsoft.com/office/drawing/2014/main" id="{070E6202-7CD5-4BB1-8AE7-46D9B3803A7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942064" y="-1"/>
            <a:ext cx="10494411" cy="6994525"/>
          </a:xfrm>
          <a:prstGeom prst="rect">
            <a:avLst/>
          </a:prstGeom>
        </p:spPr>
      </p:pic>
      <p:sp>
        <p:nvSpPr>
          <p:cNvPr id="6" name="Rectangle 5">
            <a:extLst>
              <a:ext uri="{FF2B5EF4-FFF2-40B4-BE49-F238E27FC236}">
                <a16:creationId xmlns:a16="http://schemas.microsoft.com/office/drawing/2014/main" id="{31AE396F-8D3A-450C-ACA2-DBB858270594}"/>
              </a:ext>
            </a:extLst>
          </p:cNvPr>
          <p:cNvSpPr/>
          <p:nvPr userDrawn="1"/>
        </p:nvSpPr>
        <p:spPr bwMode="auto">
          <a:xfrm>
            <a:off x="0" y="0"/>
            <a:ext cx="10048876" cy="6994525"/>
          </a:xfrm>
          <a:prstGeom prst="rect">
            <a:avLst/>
          </a:prstGeom>
          <a:gradFill flip="none" rotWithShape="1">
            <a:gsLst>
              <a:gs pos="0">
                <a:schemeClr val="accent1">
                  <a:lumMod val="5000"/>
                  <a:lumOff val="95000"/>
                  <a:alpha val="0"/>
                </a:schemeClr>
              </a:gs>
              <a:gs pos="59000">
                <a:schemeClr val="bg1"/>
              </a:gs>
              <a:gs pos="100000">
                <a:schemeClr val="bg1"/>
              </a:gs>
            </a:gsLst>
            <a:lin ang="10800000" scaled="0"/>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9" name="Title 1"/>
          <p:cNvSpPr>
            <a:spLocks noGrp="1"/>
          </p:cNvSpPr>
          <p:nvPr>
            <p:ph type="title" hasCustomPrompt="1"/>
          </p:nvPr>
        </p:nvSpPr>
        <p:spPr>
          <a:xfrm>
            <a:off x="465137" y="3036319"/>
            <a:ext cx="8229599" cy="1828800"/>
          </a:xfrm>
          <a:noFill/>
        </p:spPr>
        <p:txBody>
          <a:bodyPr lIns="0" tIns="91440" rIns="146304" bIns="91440" anchor="b" anchorCtr="0"/>
          <a:lstStyle>
            <a:lvl1pPr>
              <a:defRPr sz="5400" strike="noStrike" spc="-150" baseline="0">
                <a:solidFill>
                  <a:schemeClr val="tx1"/>
                </a:solidFill>
              </a:defRPr>
            </a:lvl1pPr>
          </a:lstStyle>
          <a:p>
            <a:r>
              <a:rPr lang="en-US" dirty="0"/>
              <a:t>Office 365 presentation title or event name</a:t>
            </a:r>
          </a:p>
        </p:txBody>
      </p:sp>
      <p:sp>
        <p:nvSpPr>
          <p:cNvPr id="5" name="Text Placeholder 4"/>
          <p:cNvSpPr>
            <a:spLocks noGrp="1"/>
          </p:cNvSpPr>
          <p:nvPr>
            <p:ph type="body" sz="quarter" idx="12" hasCustomPrompt="1"/>
          </p:nvPr>
        </p:nvSpPr>
        <p:spPr>
          <a:xfrm>
            <a:off x="472032" y="4830762"/>
            <a:ext cx="8527440" cy="730183"/>
          </a:xfrm>
          <a:noFill/>
        </p:spPr>
        <p:txBody>
          <a:bodyPr lIns="0" tIns="109728" rIns="164592" bIns="109728">
            <a:noAutofit/>
          </a:bodyPr>
          <a:lstStyle>
            <a:lvl1pPr marL="0" indent="0">
              <a:spcBef>
                <a:spcPts val="0"/>
              </a:spcBef>
              <a:buNone/>
              <a:defRPr sz="1800" spc="0" baseline="0">
                <a:solidFill>
                  <a:schemeClr val="tx1"/>
                </a:solidFill>
                <a:latin typeface="+mn-lt"/>
              </a:defRPr>
            </a:lvl1pPr>
          </a:lstStyle>
          <a:p>
            <a:pPr lvl="0"/>
            <a:r>
              <a:rPr lang="en-US" dirty="0"/>
              <a:t>Author Name</a:t>
            </a:r>
          </a:p>
          <a:p>
            <a:pPr lvl="0"/>
            <a:r>
              <a:rPr lang="en-US" dirty="0"/>
              <a:t>Date</a:t>
            </a:r>
          </a:p>
        </p:txBody>
      </p:sp>
      <p:pic>
        <p:nvPicPr>
          <p:cNvPr id="64" name="MS logo gray - EMF"/>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black">
          <a:xfrm>
            <a:off x="465139" y="449264"/>
            <a:ext cx="935564" cy="200341"/>
          </a:xfrm>
          <a:prstGeom prst="rect">
            <a:avLst/>
          </a:prstGeom>
        </p:spPr>
      </p:pic>
    </p:spTree>
    <p:extLst>
      <p:ext uri="{BB962C8B-B14F-4D97-AF65-F5344CB8AC3E}">
        <p14:creationId xmlns:p14="http://schemas.microsoft.com/office/powerpoint/2010/main" val="54652823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bg>
      <p:bgPr>
        <a:solidFill>
          <a:schemeClr val="tx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465137" y="3036319"/>
            <a:ext cx="8229599" cy="1828800"/>
          </a:xfrm>
          <a:noFill/>
        </p:spPr>
        <p:txBody>
          <a:bodyPr lIns="0" tIns="91440" rIns="146304" bIns="91440" anchor="b" anchorCtr="0"/>
          <a:lstStyle>
            <a:lvl1pPr>
              <a:defRPr sz="5400" spc="-150" baseline="0">
                <a:solidFill>
                  <a:schemeClr val="bg2"/>
                </a:solidFill>
              </a:defRPr>
            </a:lvl1pPr>
          </a:lstStyle>
          <a:p>
            <a:r>
              <a:rPr lang="en-US" dirty="0"/>
              <a:t>Office 365 presentation title or event name</a:t>
            </a:r>
          </a:p>
        </p:txBody>
      </p:sp>
      <p:sp>
        <p:nvSpPr>
          <p:cNvPr id="5" name="Text Placeholder 4"/>
          <p:cNvSpPr>
            <a:spLocks noGrp="1"/>
          </p:cNvSpPr>
          <p:nvPr>
            <p:ph type="body" sz="quarter" idx="12" hasCustomPrompt="1"/>
          </p:nvPr>
        </p:nvSpPr>
        <p:spPr>
          <a:xfrm>
            <a:off x="472032" y="4830762"/>
            <a:ext cx="8527440" cy="730183"/>
          </a:xfrm>
          <a:noFill/>
        </p:spPr>
        <p:txBody>
          <a:bodyPr lIns="0" tIns="109728" rIns="164592" bIns="109728">
            <a:noAutofit/>
          </a:bodyPr>
          <a:lstStyle>
            <a:lvl1pPr marL="0" indent="0">
              <a:spcBef>
                <a:spcPts val="0"/>
              </a:spcBef>
              <a:buNone/>
              <a:defRPr sz="1800" spc="0" baseline="0">
                <a:solidFill>
                  <a:schemeClr val="bg2"/>
                </a:solidFill>
                <a:latin typeface="+mn-lt"/>
              </a:defRPr>
            </a:lvl1pPr>
          </a:lstStyle>
          <a:p>
            <a:pPr lvl="0"/>
            <a:r>
              <a:rPr lang="en-US" dirty="0"/>
              <a:t>Author Name</a:t>
            </a:r>
          </a:p>
          <a:p>
            <a:pPr lvl="0"/>
            <a:r>
              <a:rPr lang="en-US" dirty="0"/>
              <a:t>Date</a:t>
            </a:r>
          </a:p>
        </p:txBody>
      </p:sp>
      <p:grpSp>
        <p:nvGrpSpPr>
          <p:cNvPr id="7" name="Group 6"/>
          <p:cNvGrpSpPr/>
          <p:nvPr userDrawn="1"/>
        </p:nvGrpSpPr>
        <p:grpSpPr>
          <a:xfrm>
            <a:off x="465139" y="449264"/>
            <a:ext cx="933131" cy="200341"/>
            <a:chOff x="465139" y="449264"/>
            <a:chExt cx="933131" cy="200341"/>
          </a:xfrm>
        </p:grpSpPr>
        <p:pic>
          <p:nvPicPr>
            <p:cNvPr id="97" name="Picture 96"/>
            <p:cNvPicPr>
              <a:picLocks noChangeAspect="1"/>
            </p:cNvPicPr>
            <p:nvPr userDrawn="1"/>
          </p:nvPicPr>
          <p:blipFill rotWithShape="1">
            <a:blip r:embed="rId2" cstate="screen">
              <a:extLst>
                <a:ext uri="{28A0092B-C50C-407E-A947-70E740481C1C}">
                  <a14:useLocalDpi xmlns:a14="http://schemas.microsoft.com/office/drawing/2010/main"/>
                </a:ext>
              </a:extLst>
            </a:blip>
            <a:srcRect l="26716" r="872" b="4064"/>
            <a:stretch/>
          </p:blipFill>
          <p:spPr bwMode="black">
            <a:xfrm>
              <a:off x="721996" y="459092"/>
              <a:ext cx="676274" cy="187779"/>
            </a:xfrm>
            <a:prstGeom prst="rect">
              <a:avLst/>
            </a:prstGeom>
          </p:spPr>
        </p:pic>
        <p:pic>
          <p:nvPicPr>
            <p:cNvPr id="64" name="MS logo gray - EMF"/>
            <p:cNvPicPr>
              <a:picLocks noChangeAspect="1"/>
            </p:cNvPicPr>
            <p:nvPr userDrawn="1"/>
          </p:nvPicPr>
          <p:blipFill rotWithShape="1">
            <a:blip r:embed="rId3" cstate="screen">
              <a:extLst>
                <a:ext uri="{28A0092B-C50C-407E-A947-70E740481C1C}">
                  <a14:useLocalDpi xmlns:a14="http://schemas.microsoft.com/office/drawing/2010/main"/>
                </a:ext>
              </a:extLst>
            </a:blip>
            <a:srcRect r="76414"/>
            <a:stretch/>
          </p:blipFill>
          <p:spPr bwMode="black">
            <a:xfrm>
              <a:off x="465139" y="449264"/>
              <a:ext cx="220661" cy="200341"/>
            </a:xfrm>
            <a:prstGeom prst="rect">
              <a:avLst/>
            </a:prstGeom>
          </p:spPr>
        </p:pic>
      </p:grpSp>
    </p:spTree>
    <p:extLst>
      <p:ext uri="{BB962C8B-B14F-4D97-AF65-F5344CB8AC3E}">
        <p14:creationId xmlns:p14="http://schemas.microsoft.com/office/powerpoint/2010/main" val="708246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3">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A60F36A-EBDF-4D9D-8F13-E094035DB7F8}"/>
              </a:ext>
            </a:extLst>
          </p:cNvPr>
          <p:cNvSpPr/>
          <p:nvPr userDrawn="1"/>
        </p:nvSpPr>
        <p:spPr bwMode="auto">
          <a:xfrm>
            <a:off x="-1" y="-1"/>
            <a:ext cx="7801338" cy="6994525"/>
          </a:xfrm>
          <a:prstGeom prst="rect">
            <a:avLst/>
          </a:prstGeom>
          <a:gradFill flip="none" rotWithShape="1">
            <a:gsLst>
              <a:gs pos="41000">
                <a:schemeClr val="bg2">
                  <a:alpha val="52000"/>
                </a:schemeClr>
              </a:gs>
              <a:gs pos="100000">
                <a:schemeClr val="bg2">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9" name="Title 1"/>
          <p:cNvSpPr>
            <a:spLocks noGrp="1"/>
          </p:cNvSpPr>
          <p:nvPr>
            <p:ph type="title" hasCustomPrompt="1"/>
          </p:nvPr>
        </p:nvSpPr>
        <p:spPr>
          <a:xfrm>
            <a:off x="465137" y="3036319"/>
            <a:ext cx="8229599" cy="1828800"/>
          </a:xfrm>
          <a:noFill/>
        </p:spPr>
        <p:txBody>
          <a:bodyPr lIns="0" tIns="91440" rIns="146304" bIns="91440" anchor="b" anchorCtr="0"/>
          <a:lstStyle>
            <a:lvl1pPr>
              <a:defRPr sz="5400" spc="-150" baseline="0">
                <a:solidFill>
                  <a:schemeClr val="tx1"/>
                </a:solidFill>
              </a:defRPr>
            </a:lvl1pPr>
          </a:lstStyle>
          <a:p>
            <a:r>
              <a:rPr lang="en-US" dirty="0"/>
              <a:t>Office 365 presentation title or event name</a:t>
            </a:r>
          </a:p>
        </p:txBody>
      </p:sp>
      <p:sp>
        <p:nvSpPr>
          <p:cNvPr id="5" name="Text Placeholder 4"/>
          <p:cNvSpPr>
            <a:spLocks noGrp="1"/>
          </p:cNvSpPr>
          <p:nvPr>
            <p:ph type="body" sz="quarter" idx="12" hasCustomPrompt="1"/>
          </p:nvPr>
        </p:nvSpPr>
        <p:spPr>
          <a:xfrm>
            <a:off x="472032" y="4830762"/>
            <a:ext cx="8527440" cy="730183"/>
          </a:xfrm>
          <a:noFill/>
        </p:spPr>
        <p:txBody>
          <a:bodyPr lIns="0" tIns="109728" rIns="164592" bIns="109728">
            <a:noAutofit/>
          </a:bodyPr>
          <a:lstStyle>
            <a:lvl1pPr marL="0" indent="0">
              <a:spcBef>
                <a:spcPts val="0"/>
              </a:spcBef>
              <a:buNone/>
              <a:defRPr sz="1800" spc="0" baseline="0">
                <a:solidFill>
                  <a:schemeClr val="tx1"/>
                </a:solidFill>
                <a:latin typeface="+mn-lt"/>
              </a:defRPr>
            </a:lvl1pPr>
          </a:lstStyle>
          <a:p>
            <a:pPr lvl="0"/>
            <a:r>
              <a:rPr lang="en-US" dirty="0"/>
              <a:t>Author Name</a:t>
            </a:r>
          </a:p>
          <a:p>
            <a:pPr lvl="0"/>
            <a:r>
              <a:rPr lang="en-US" dirty="0"/>
              <a:t>Date</a:t>
            </a:r>
          </a:p>
        </p:txBody>
      </p:sp>
      <p:pic>
        <p:nvPicPr>
          <p:cNvPr id="64" name="MS logo gray - EMF"/>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465139" y="449264"/>
            <a:ext cx="935564" cy="200341"/>
          </a:xfrm>
          <a:prstGeom prst="rect">
            <a:avLst/>
          </a:prstGeom>
        </p:spPr>
      </p:pic>
    </p:spTree>
    <p:extLst>
      <p:ext uri="{BB962C8B-B14F-4D97-AF65-F5344CB8AC3E}">
        <p14:creationId xmlns:p14="http://schemas.microsoft.com/office/powerpoint/2010/main" val="20890105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960438"/>
            <a:ext cx="3690937" cy="917575"/>
          </a:xfrm>
        </p:spPr>
        <p:txBody>
          <a:bodyPr lIns="0" tIns="0" rIns="0" bIns="0"/>
          <a:lstStyle>
            <a:lvl1pPr>
              <a:defRPr sz="1800" spc="-50" baseline="0">
                <a:solidFill>
                  <a:schemeClr val="tx1"/>
                </a:solidFill>
              </a:defRPr>
            </a:lvl1pPr>
          </a:lstStyle>
          <a:p>
            <a:r>
              <a:rPr lang="en-US" dirty="0"/>
              <a:t>Contents</a:t>
            </a:r>
          </a:p>
        </p:txBody>
      </p:sp>
      <p:sp>
        <p:nvSpPr>
          <p:cNvPr id="4" name="Text Placeholder 3"/>
          <p:cNvSpPr>
            <a:spLocks noGrp="1"/>
          </p:cNvSpPr>
          <p:nvPr>
            <p:ph type="body" sz="quarter" idx="10" hasCustomPrompt="1"/>
          </p:nvPr>
        </p:nvSpPr>
        <p:spPr>
          <a:xfrm>
            <a:off x="6354764" y="960438"/>
            <a:ext cx="3914774" cy="3862387"/>
          </a:xfrm>
        </p:spPr>
        <p:txBody>
          <a:bodyPr wrap="square" lIns="0" tIns="0" rIns="0" bIns="0">
            <a:noAutofit/>
          </a:bodyPr>
          <a:lstStyle>
            <a:lvl1pPr marL="0" indent="0" defTabSz="517525">
              <a:buNone/>
              <a:defRPr sz="1800" spc="-50" baseline="0">
                <a:solidFill>
                  <a:schemeClr val="accent1"/>
                </a:solidFill>
              </a:defRPr>
            </a:lvl1pPr>
            <a:lvl2pPr marL="228600" indent="0">
              <a:buNone/>
              <a:defRPr sz="1800"/>
            </a:lvl2pPr>
            <a:lvl3pPr marL="457200" indent="0">
              <a:buNone/>
              <a:defRPr sz="1800"/>
            </a:lvl3pPr>
            <a:lvl4pPr marL="685800" indent="0">
              <a:buNone/>
              <a:defRPr sz="1800"/>
            </a:lvl4pPr>
            <a:lvl5pPr marL="914400" indent="0">
              <a:buNone/>
              <a:defRPr sz="1800"/>
            </a:lvl5pPr>
          </a:lstStyle>
          <a:p>
            <a:pPr lvl="0"/>
            <a:r>
              <a:rPr lang="en-US" dirty="0"/>
              <a:t>##	Section Title</a:t>
            </a:r>
          </a:p>
        </p:txBody>
      </p:sp>
    </p:spTree>
    <p:extLst>
      <p:ext uri="{BB962C8B-B14F-4D97-AF65-F5344CB8AC3E}">
        <p14:creationId xmlns:p14="http://schemas.microsoft.com/office/powerpoint/2010/main" val="1531337368"/>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chemeClr val="tx1"/>
                </a:solidFill>
              </a:defRPr>
            </a:lvl1pPr>
          </a:lstStyle>
          <a:p>
            <a:r>
              <a:rPr lang="en-US" dirty="0"/>
              <a:t>Heading Segoe UI </a:t>
            </a:r>
            <a:r>
              <a:rPr lang="en-US" dirty="0" err="1"/>
              <a:t>Semibold</a:t>
            </a:r>
            <a:r>
              <a:rPr lang="en-US" dirty="0"/>
              <a:t> 28/32</a:t>
            </a:r>
          </a:p>
        </p:txBody>
      </p:sp>
      <p:sp>
        <p:nvSpPr>
          <p:cNvPr id="4" name="Text Placeholder 3"/>
          <p:cNvSpPr>
            <a:spLocks noGrp="1"/>
          </p:cNvSpPr>
          <p:nvPr>
            <p:ph type="body" sz="quarter" idx="10" hasCustomPrompt="1"/>
          </p:nvPr>
        </p:nvSpPr>
        <p:spPr>
          <a:xfrm>
            <a:off x="465138" y="1919804"/>
            <a:ext cx="11533187" cy="307777"/>
          </a:xfrm>
        </p:spPr>
        <p:txBody>
          <a:bodyPr wrap="square" lIns="0" tIns="0" rIns="0" bIns="0">
            <a:spAutoFit/>
          </a:bodyPr>
          <a:lstStyle>
            <a:lvl1pPr marL="0" indent="0">
              <a:lnSpc>
                <a:spcPts val="2400"/>
              </a:lnSpc>
              <a:buNone/>
              <a:defRPr sz="2000" b="0" i="0">
                <a:solidFill>
                  <a:schemeClr val="tx1"/>
                </a:solidFill>
                <a:latin typeface="+mn-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Large: subhead Segoe UI Regular 20/24</a:t>
            </a:r>
          </a:p>
        </p:txBody>
      </p:sp>
      <p:sp>
        <p:nvSpPr>
          <p:cNvPr id="5" name="Text Placeholder 4"/>
          <p:cNvSpPr>
            <a:spLocks noGrp="1"/>
          </p:cNvSpPr>
          <p:nvPr>
            <p:ph type="body" sz="quarter" idx="11" hasCustomPrompt="1"/>
          </p:nvPr>
        </p:nvSpPr>
        <p:spPr>
          <a:xfrm>
            <a:off x="465138" y="3214124"/>
            <a:ext cx="11533187" cy="461665"/>
          </a:xfrm>
        </p:spPr>
        <p:txBody>
          <a:bodyPr lIns="0" tIns="0" rIns="0" bIns="0"/>
          <a:lstStyle>
            <a:lvl1pPr marL="0" indent="0">
              <a:lnSpc>
                <a:spcPts val="1800"/>
              </a:lnSpc>
              <a:spcBef>
                <a:spcPts val="0"/>
              </a:spcBef>
              <a:buNone/>
              <a:defRPr sz="1400" b="1">
                <a:solidFill>
                  <a:schemeClr val="tx1"/>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Medium: paragraph title Segoe UI bold 14/18</a:t>
            </a:r>
          </a:p>
          <a:p>
            <a:pPr lvl="1"/>
            <a:r>
              <a:rPr lang="en-US" dirty="0"/>
              <a:t>Body copy Segoe UI Regular 14/18</a:t>
            </a:r>
          </a:p>
        </p:txBody>
      </p:sp>
      <p:sp>
        <p:nvSpPr>
          <p:cNvPr id="7" name="Text Placeholder 6"/>
          <p:cNvSpPr>
            <a:spLocks noGrp="1"/>
          </p:cNvSpPr>
          <p:nvPr>
            <p:ph type="body" sz="quarter" idx="12" hasCustomPrompt="1"/>
          </p:nvPr>
        </p:nvSpPr>
        <p:spPr>
          <a:xfrm>
            <a:off x="465138" y="4477703"/>
            <a:ext cx="11533187" cy="307777"/>
          </a:xfrm>
        </p:spPr>
        <p:txBody>
          <a:bodyPr lIns="0" tIns="0" rIns="0" bIns="0"/>
          <a:lstStyle>
            <a:lvl1pPr marL="0" indent="0">
              <a:lnSpc>
                <a:spcPts val="1200"/>
              </a:lnSpc>
              <a:spcBef>
                <a:spcPts val="0"/>
              </a:spcBef>
              <a:buNone/>
              <a:defRPr sz="1000">
                <a:solidFill>
                  <a:schemeClr val="tx1"/>
                </a:solidFill>
              </a:defRPr>
            </a:lvl1pPr>
            <a:lvl2pPr marL="0" indent="0">
              <a:lnSpc>
                <a:spcPts val="1200"/>
              </a:lnSpc>
              <a:spcBef>
                <a:spcPts val="0"/>
              </a:spcBef>
              <a:buNone/>
              <a:defRPr sz="1000">
                <a:solidFill>
                  <a:schemeClr val="tx1"/>
                </a:solidFill>
              </a:defRPr>
            </a:lvl2pPr>
            <a:lvl3pPr marL="457200" indent="0">
              <a:buNone/>
              <a:defRPr/>
            </a:lvl3pPr>
            <a:lvl4pPr marL="685800" indent="0">
              <a:buNone/>
              <a:defRPr/>
            </a:lvl4pPr>
            <a:lvl5pPr marL="914400" indent="0">
              <a:buNone/>
              <a:defRPr/>
            </a:lvl5pPr>
          </a:lstStyle>
          <a:p>
            <a:pPr lvl="0"/>
            <a:r>
              <a:rPr lang="en-US" dirty="0"/>
              <a:t>Small: caption title Segoe </a:t>
            </a:r>
            <a:r>
              <a:rPr lang="en-US" dirty="0" err="1"/>
              <a:t>Semibold</a:t>
            </a:r>
            <a:r>
              <a:rPr lang="en-US" dirty="0"/>
              <a:t> 10/12</a:t>
            </a:r>
          </a:p>
          <a:p>
            <a:pPr lvl="1"/>
            <a:r>
              <a:rPr lang="en-US" dirty="0"/>
              <a:t>Caption Segoe Regular 10/12</a:t>
            </a:r>
          </a:p>
        </p:txBody>
      </p:sp>
    </p:spTree>
    <p:extLst>
      <p:ext uri="{BB962C8B-B14F-4D97-AF65-F5344CB8AC3E}">
        <p14:creationId xmlns:p14="http://schemas.microsoft.com/office/powerpoint/2010/main" val="1660141622"/>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 option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rgbClr val="2F2F2F"/>
                </a:solidFill>
              </a:defRPr>
            </a:lvl1pPr>
          </a:lstStyle>
          <a:p>
            <a:r>
              <a:rPr lang="en-US" dirty="0"/>
              <a:t>Text option 1: three column bulleted list</a:t>
            </a:r>
          </a:p>
        </p:txBody>
      </p:sp>
      <p:sp>
        <p:nvSpPr>
          <p:cNvPr id="4" name="Text Placeholder 3"/>
          <p:cNvSpPr>
            <a:spLocks noGrp="1"/>
          </p:cNvSpPr>
          <p:nvPr>
            <p:ph type="body" sz="quarter" idx="10" hasCustomPrompt="1"/>
          </p:nvPr>
        </p:nvSpPr>
        <p:spPr>
          <a:xfrm>
            <a:off x="465138" y="1919804"/>
            <a:ext cx="7604125" cy="923330"/>
          </a:xfrm>
        </p:spPr>
        <p:txBody>
          <a:bodyPr wrap="square" lIns="0" tIns="0" rIns="0" bIns="0">
            <a:spAutoFit/>
          </a:bodyPr>
          <a:lstStyle>
            <a:lvl1pPr marL="0" indent="0">
              <a:lnSpc>
                <a:spcPts val="2400"/>
              </a:lnSpc>
              <a:buNone/>
              <a:defRPr sz="2000" b="0" i="0">
                <a:solidFill>
                  <a:schemeClr val="tx1"/>
                </a:solidFill>
                <a:latin typeface="+mn-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Subhead Segoe UI Regular 20/24. Dis </a:t>
            </a:r>
            <a:r>
              <a:rPr lang="en-US" dirty="0" err="1"/>
              <a:t>apid</a:t>
            </a:r>
            <a:r>
              <a:rPr lang="en-US" dirty="0"/>
              <a:t> </a:t>
            </a:r>
            <a:r>
              <a:rPr lang="en-US" dirty="0" err="1"/>
              <a:t>es</a:t>
            </a:r>
            <a:r>
              <a:rPr lang="en-US" dirty="0"/>
              <a:t> </a:t>
            </a:r>
            <a:r>
              <a:rPr lang="en-US" dirty="0" err="1"/>
              <a:t>simusanditis</a:t>
            </a:r>
            <a:r>
              <a:rPr lang="en-US" dirty="0"/>
              <a:t> </a:t>
            </a:r>
            <a:r>
              <a:rPr lang="en-US" dirty="0" err="1"/>
              <a:t>ea</a:t>
            </a:r>
            <a:r>
              <a:rPr lang="en-US" dirty="0"/>
              <a:t> ex et </a:t>
            </a:r>
            <a:r>
              <a:rPr lang="en-US" dirty="0" err="1"/>
              <a:t>illore</a:t>
            </a:r>
            <a:r>
              <a:rPr lang="en-US" dirty="0"/>
              <a:t>, </a:t>
            </a:r>
            <a:r>
              <a:rPr lang="en-US" dirty="0" err="1"/>
              <a:t>nectationet</a:t>
            </a:r>
            <a:r>
              <a:rPr lang="en-US" dirty="0"/>
              <a:t> </a:t>
            </a:r>
            <a:r>
              <a:rPr lang="en-US" dirty="0" err="1"/>
              <a:t>aut</a:t>
            </a:r>
            <a:r>
              <a:rPr lang="en-US" dirty="0"/>
              <a:t> </a:t>
            </a:r>
            <a:r>
              <a:rPr lang="en-US" dirty="0" err="1"/>
              <a:t>dic</a:t>
            </a:r>
            <a:r>
              <a:rPr lang="en-US" dirty="0"/>
              <a:t> </a:t>
            </a:r>
            <a:r>
              <a:rPr lang="en-US" dirty="0" err="1"/>
              <a:t>tem</a:t>
            </a:r>
            <a:r>
              <a:rPr lang="en-US" dirty="0"/>
              <a:t> </a:t>
            </a:r>
            <a:r>
              <a:rPr lang="en-US" dirty="0" err="1"/>
              <a:t>vit</a:t>
            </a:r>
            <a:r>
              <a:rPr lang="en-US" dirty="0"/>
              <a:t> </a:t>
            </a:r>
            <a:r>
              <a:rPr lang="en-US" dirty="0" err="1"/>
              <a:t>velestium</a:t>
            </a:r>
            <a:r>
              <a:rPr lang="en-US" dirty="0"/>
              <a:t> </a:t>
            </a:r>
            <a:r>
              <a:rPr lang="en-US" dirty="0" err="1"/>
              <a:t>reperro</a:t>
            </a:r>
            <a:r>
              <a:rPr lang="en-US" dirty="0"/>
              <a:t> </a:t>
            </a:r>
            <a:r>
              <a:rPr lang="en-US" dirty="0" err="1"/>
              <a:t>rroviduntion</a:t>
            </a:r>
            <a:r>
              <a:rPr lang="en-US" dirty="0"/>
              <a:t> </a:t>
            </a:r>
            <a:r>
              <a:rPr lang="en-US" dirty="0" err="1"/>
              <a:t>conem</a:t>
            </a:r>
            <a:r>
              <a:rPr lang="en-US" dirty="0"/>
              <a:t> </a:t>
            </a:r>
            <a:r>
              <a:rPr lang="en-US" dirty="0" err="1"/>
              <a:t>rehend</a:t>
            </a:r>
            <a:r>
              <a:rPr lang="en-US" dirty="0"/>
              <a:t>.</a:t>
            </a:r>
          </a:p>
        </p:txBody>
      </p:sp>
      <p:sp>
        <p:nvSpPr>
          <p:cNvPr id="5" name="Text Placeholder 4"/>
          <p:cNvSpPr>
            <a:spLocks noGrp="1"/>
          </p:cNvSpPr>
          <p:nvPr>
            <p:ph type="body" sz="quarter" idx="11" hasCustomPrompt="1"/>
          </p:nvPr>
        </p:nvSpPr>
        <p:spPr>
          <a:xfrm>
            <a:off x="465138" y="3214124"/>
            <a:ext cx="3690937" cy="2731517"/>
          </a:xfrm>
        </p:spPr>
        <p:txBody>
          <a:bodyPr lIns="0" tIns="0" rIns="0" bIns="0"/>
          <a:lstStyle>
            <a:lvl1pPr marL="0" indent="0">
              <a:lnSpc>
                <a:spcPts val="1800"/>
              </a:lnSpc>
              <a:spcBef>
                <a:spcPts val="900"/>
              </a:spcBef>
              <a:buNone/>
              <a:defRPr sz="1400" b="1">
                <a:solidFill>
                  <a:schemeClr val="accent1"/>
                </a:solidFill>
                <a:latin typeface="+mn-lt"/>
              </a:defRPr>
            </a:lvl1pPr>
            <a:lvl2pPr marL="285750" marR="0" indent="-285750" algn="l" defTabSz="932742" rtl="0" eaLnBrk="1" fontAlgn="auto" latinLnBrk="0" hangingPunct="1">
              <a:lnSpc>
                <a:spcPts val="1800"/>
              </a:lnSpc>
              <a:spcBef>
                <a:spcPts val="450"/>
              </a:spcBef>
              <a:spcAft>
                <a:spcPts val="0"/>
              </a:spcAft>
              <a:buClrTx/>
              <a:buSzPct val="90000"/>
              <a:buFont typeface="Arial" panose="020B0604020202020204" pitchFamily="34" charset="0"/>
              <a:buChar char="•"/>
              <a:tabLst/>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Paragraph title Segoe UI bold 14</a:t>
            </a:r>
          </a:p>
          <a:p>
            <a:pPr lvl="1"/>
            <a:r>
              <a:rPr lang="en-US" dirty="0"/>
              <a:t>Body copy Segoe Regular 14/18.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r>
              <a:rPr lang="en-US" dirty="0" err="1"/>
              <a:t>Urestempor</a:t>
            </a:r>
            <a:r>
              <a:rPr lang="en-US" dirty="0"/>
              <a:t> </a:t>
            </a:r>
            <a:r>
              <a:rPr lang="en-US" dirty="0" err="1"/>
              <a:t>ra</a:t>
            </a:r>
            <a:r>
              <a:rPr lang="en-US" dirty="0"/>
              <a:t> </a:t>
            </a:r>
            <a:r>
              <a:rPr lang="en-US" dirty="0" err="1"/>
              <a:t>aut</a:t>
            </a:r>
            <a:r>
              <a:rPr lang="en-US" dirty="0"/>
              <a:t> </a:t>
            </a:r>
            <a:r>
              <a:rPr lang="en-US" dirty="0" err="1"/>
              <a:t>velique</a:t>
            </a:r>
            <a:r>
              <a:rPr lang="en-US" dirty="0"/>
              <a:t> </a:t>
            </a:r>
            <a:r>
              <a:rPr lang="en-US" dirty="0" err="1"/>
              <a:t>perum</a:t>
            </a:r>
            <a:r>
              <a:rPr lang="en-US" dirty="0"/>
              <a:t> </a:t>
            </a:r>
            <a:r>
              <a:rPr lang="en-US" dirty="0" err="1"/>
              <a:t>enim</a:t>
            </a:r>
            <a:r>
              <a:rPr lang="en-US" dirty="0"/>
              <a:t> qui </a:t>
            </a:r>
            <a:r>
              <a:rPr lang="en-US" dirty="0" err="1"/>
              <a:t>omnimus</a:t>
            </a:r>
            <a:r>
              <a:rPr lang="en-US" dirty="0"/>
              <a:t>, </a:t>
            </a:r>
            <a:r>
              <a:rPr lang="en-US" dirty="0" err="1"/>
              <a:t>sunt</a:t>
            </a:r>
            <a:r>
              <a:rPr lang="en-US" dirty="0"/>
              <a:t> </a:t>
            </a:r>
            <a:r>
              <a:rPr lang="en-US" dirty="0" err="1"/>
              <a:t>fuga</a:t>
            </a:r>
            <a:r>
              <a:rPr lang="en-US" dirty="0"/>
              <a:t>.</a:t>
            </a:r>
          </a:p>
          <a:p>
            <a:pPr lvl="1"/>
            <a:endParaRPr lang="en-US" dirty="0"/>
          </a:p>
          <a:p>
            <a:pPr marL="285750" marR="0" lvl="1" indent="-285750" algn="l" defTabSz="932742" rtl="0" eaLnBrk="1" fontAlgn="auto" latinLnBrk="0" hangingPunct="1">
              <a:lnSpc>
                <a:spcPts val="1800"/>
              </a:lnSpc>
              <a:spcBef>
                <a:spcPts val="13"/>
              </a:spcBef>
              <a:spcAft>
                <a:spcPts val="0"/>
              </a:spcAft>
              <a:buClrTx/>
              <a:buSzPct val="90000"/>
              <a:buFont typeface="Arial" panose="020B0604020202020204" pitchFamily="34" charset="0"/>
              <a:buChar char="•"/>
              <a:tabLst/>
              <a:defRPr/>
            </a:pPr>
            <a:r>
              <a:rPr lang="en-US" dirty="0"/>
              <a:t>Body copy Segoe Regular 14/18.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r>
              <a:rPr lang="en-US" dirty="0" err="1"/>
              <a:t>Urestempor</a:t>
            </a:r>
            <a:r>
              <a:rPr lang="en-US" dirty="0"/>
              <a:t> </a:t>
            </a:r>
            <a:r>
              <a:rPr lang="en-US" dirty="0" err="1"/>
              <a:t>ra</a:t>
            </a:r>
            <a:r>
              <a:rPr lang="en-US" dirty="0"/>
              <a:t> </a:t>
            </a:r>
            <a:r>
              <a:rPr lang="en-US" dirty="0" err="1"/>
              <a:t>aut</a:t>
            </a:r>
            <a:r>
              <a:rPr lang="en-US" dirty="0"/>
              <a:t> </a:t>
            </a:r>
            <a:r>
              <a:rPr lang="en-US" dirty="0" err="1"/>
              <a:t>velique</a:t>
            </a:r>
            <a:r>
              <a:rPr lang="en-US" dirty="0"/>
              <a:t> </a:t>
            </a:r>
            <a:r>
              <a:rPr lang="en-US" dirty="0" err="1"/>
              <a:t>perum</a:t>
            </a:r>
            <a:r>
              <a:rPr lang="en-US" dirty="0"/>
              <a:t> </a:t>
            </a:r>
            <a:r>
              <a:rPr lang="en-US" dirty="0" err="1"/>
              <a:t>enim</a:t>
            </a:r>
            <a:r>
              <a:rPr lang="en-US" dirty="0"/>
              <a:t> qui </a:t>
            </a:r>
            <a:r>
              <a:rPr lang="en-US" dirty="0" err="1"/>
              <a:t>omnimus</a:t>
            </a:r>
            <a:r>
              <a:rPr lang="en-US" dirty="0"/>
              <a:t>, </a:t>
            </a:r>
            <a:r>
              <a:rPr lang="en-US" dirty="0" err="1"/>
              <a:t>sunt</a:t>
            </a:r>
            <a:r>
              <a:rPr lang="en-US" dirty="0"/>
              <a:t> </a:t>
            </a:r>
            <a:r>
              <a:rPr lang="en-US" dirty="0" err="1"/>
              <a:t>fuga</a:t>
            </a:r>
            <a:r>
              <a:rPr lang="en-US" dirty="0"/>
              <a:t>.</a:t>
            </a:r>
          </a:p>
          <a:p>
            <a:pPr lvl="1"/>
            <a:endParaRPr lang="en-US" dirty="0"/>
          </a:p>
        </p:txBody>
      </p:sp>
      <p:sp>
        <p:nvSpPr>
          <p:cNvPr id="6" name="Text Placeholder 4"/>
          <p:cNvSpPr>
            <a:spLocks noGrp="1"/>
          </p:cNvSpPr>
          <p:nvPr>
            <p:ph type="body" sz="quarter" idx="12" hasCustomPrompt="1"/>
          </p:nvPr>
        </p:nvSpPr>
        <p:spPr>
          <a:xfrm>
            <a:off x="4399597" y="3223704"/>
            <a:ext cx="3669666" cy="2731517"/>
          </a:xfrm>
        </p:spPr>
        <p:txBody>
          <a:bodyPr lIns="0" tIns="0" rIns="0" bIns="0"/>
          <a:lstStyle>
            <a:lvl1pPr marL="0" marR="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defRPr lang="en-US" sz="1400" b="1" kern="1200" spc="0" baseline="0" dirty="0">
                <a:solidFill>
                  <a:schemeClr val="accent1"/>
                </a:solidFill>
                <a:latin typeface="+mn-lt"/>
                <a:ea typeface="+mn-ea"/>
                <a:cs typeface="+mn-cs"/>
              </a:defRPr>
            </a:lvl1pPr>
            <a:lvl2pPr marL="285750" marR="0" indent="-285750" algn="l" defTabSz="932742" rtl="0" eaLnBrk="1" fontAlgn="auto" latinLnBrk="0" hangingPunct="1">
              <a:lnSpc>
                <a:spcPts val="1800"/>
              </a:lnSpc>
              <a:spcBef>
                <a:spcPts val="450"/>
              </a:spcBef>
              <a:spcAft>
                <a:spcPts val="0"/>
              </a:spcAft>
              <a:buClrTx/>
              <a:buSzPct val="90000"/>
              <a:buFont typeface="Arial" panose="020B0604020202020204" pitchFamily="34" charset="0"/>
              <a:buChar char="•"/>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r>
              <a:rPr lang="en-US" dirty="0" err="1"/>
              <a:t>Urestempor</a:t>
            </a:r>
            <a:r>
              <a:rPr lang="en-US" dirty="0"/>
              <a:t> </a:t>
            </a:r>
            <a:r>
              <a:rPr lang="en-US" dirty="0" err="1"/>
              <a:t>ra</a:t>
            </a:r>
            <a:r>
              <a:rPr lang="en-US" dirty="0"/>
              <a:t> </a:t>
            </a:r>
            <a:r>
              <a:rPr lang="en-US" dirty="0" err="1"/>
              <a:t>aut</a:t>
            </a:r>
            <a:r>
              <a:rPr lang="en-US" dirty="0"/>
              <a:t> </a:t>
            </a:r>
            <a:r>
              <a:rPr lang="en-US" dirty="0" err="1"/>
              <a:t>velique</a:t>
            </a:r>
            <a:r>
              <a:rPr lang="en-US" dirty="0"/>
              <a:t> </a:t>
            </a:r>
            <a:r>
              <a:rPr lang="en-US" dirty="0" err="1"/>
              <a:t>perum</a:t>
            </a:r>
            <a:r>
              <a:rPr lang="en-US" dirty="0"/>
              <a:t> </a:t>
            </a:r>
            <a:r>
              <a:rPr lang="en-US" dirty="0" err="1"/>
              <a:t>enim</a:t>
            </a:r>
            <a:r>
              <a:rPr lang="en-US" dirty="0"/>
              <a:t> qui </a:t>
            </a:r>
            <a:r>
              <a:rPr lang="en-US" dirty="0" err="1"/>
              <a:t>omnimus</a:t>
            </a:r>
            <a:r>
              <a:rPr lang="en-US" dirty="0"/>
              <a:t>, </a:t>
            </a:r>
            <a:r>
              <a:rPr lang="en-US" dirty="0" err="1"/>
              <a:t>sunt</a:t>
            </a:r>
            <a:r>
              <a:rPr lang="en-US" dirty="0"/>
              <a:t> </a:t>
            </a:r>
            <a:r>
              <a:rPr lang="en-US" dirty="0" err="1"/>
              <a:t>fuga</a:t>
            </a:r>
            <a:r>
              <a:rPr lang="en-US" dirty="0"/>
              <a:t>.</a:t>
            </a:r>
          </a:p>
          <a:p>
            <a:pPr lvl="1"/>
            <a:endParaRPr lang="en-US" dirty="0"/>
          </a:p>
          <a:p>
            <a:pPr marL="285750" marR="0" lvl="1" indent="-285750" algn="l" defTabSz="932742" rtl="0" eaLnBrk="1" fontAlgn="auto" latinLnBrk="0" hangingPunct="1">
              <a:lnSpc>
                <a:spcPts val="1800"/>
              </a:lnSpc>
              <a:spcBef>
                <a:spcPts val="13"/>
              </a:spcBef>
              <a:spcAft>
                <a:spcPts val="0"/>
              </a:spcAft>
              <a:buClrTx/>
              <a:buSzPct val="90000"/>
              <a:buFont typeface="Arial" panose="020B0604020202020204" pitchFamily="34" charset="0"/>
              <a:buChar char="•"/>
              <a:tabLst/>
              <a:defRPr/>
            </a:pPr>
            <a:r>
              <a:rPr lang="en-US" dirty="0"/>
              <a:t>Body copy Segoe Regular 14/18.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r>
              <a:rPr lang="en-US" dirty="0" err="1"/>
              <a:t>Urestempor</a:t>
            </a:r>
            <a:r>
              <a:rPr lang="en-US" dirty="0"/>
              <a:t> </a:t>
            </a:r>
            <a:r>
              <a:rPr lang="en-US" dirty="0" err="1"/>
              <a:t>ra</a:t>
            </a:r>
            <a:r>
              <a:rPr lang="en-US" dirty="0"/>
              <a:t> </a:t>
            </a:r>
            <a:r>
              <a:rPr lang="en-US" dirty="0" err="1"/>
              <a:t>aut</a:t>
            </a:r>
            <a:r>
              <a:rPr lang="en-US" dirty="0"/>
              <a:t> </a:t>
            </a:r>
            <a:r>
              <a:rPr lang="en-US" dirty="0" err="1"/>
              <a:t>velique</a:t>
            </a:r>
            <a:r>
              <a:rPr lang="en-US" dirty="0"/>
              <a:t> </a:t>
            </a:r>
            <a:r>
              <a:rPr lang="en-US" dirty="0" err="1"/>
              <a:t>perum</a:t>
            </a:r>
            <a:r>
              <a:rPr lang="en-US" dirty="0"/>
              <a:t> </a:t>
            </a:r>
            <a:r>
              <a:rPr lang="en-US" dirty="0" err="1"/>
              <a:t>enim</a:t>
            </a:r>
            <a:r>
              <a:rPr lang="en-US" dirty="0"/>
              <a:t> qui </a:t>
            </a:r>
            <a:r>
              <a:rPr lang="en-US" dirty="0" err="1"/>
              <a:t>omnimus</a:t>
            </a:r>
            <a:r>
              <a:rPr lang="en-US" dirty="0"/>
              <a:t>, </a:t>
            </a:r>
            <a:r>
              <a:rPr lang="en-US" dirty="0" err="1"/>
              <a:t>sunt</a:t>
            </a:r>
            <a:r>
              <a:rPr lang="en-US" dirty="0"/>
              <a:t> </a:t>
            </a:r>
            <a:r>
              <a:rPr lang="en-US" dirty="0" err="1"/>
              <a:t>fuga</a:t>
            </a:r>
            <a:r>
              <a:rPr lang="en-US" dirty="0"/>
              <a:t>.</a:t>
            </a:r>
          </a:p>
          <a:p>
            <a:pPr lvl="1"/>
            <a:endParaRPr lang="en-US" dirty="0"/>
          </a:p>
        </p:txBody>
      </p:sp>
      <p:sp>
        <p:nvSpPr>
          <p:cNvPr id="8" name="Text Placeholder 4"/>
          <p:cNvSpPr>
            <a:spLocks noGrp="1"/>
          </p:cNvSpPr>
          <p:nvPr>
            <p:ph type="body" sz="quarter" idx="13" hasCustomPrompt="1"/>
          </p:nvPr>
        </p:nvSpPr>
        <p:spPr>
          <a:xfrm>
            <a:off x="8303577" y="3214124"/>
            <a:ext cx="3694748" cy="2731517"/>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285750" marR="0" indent="-285750" algn="l" defTabSz="932742" rtl="0" eaLnBrk="1" fontAlgn="auto" latinLnBrk="0" hangingPunct="1">
              <a:lnSpc>
                <a:spcPts val="1800"/>
              </a:lnSpc>
              <a:spcBef>
                <a:spcPts val="450"/>
              </a:spcBef>
              <a:spcAft>
                <a:spcPts val="0"/>
              </a:spcAft>
              <a:buClrTx/>
              <a:buSzPct val="90000"/>
              <a:buFont typeface="Arial" panose="020B0604020202020204" pitchFamily="34" charset="0"/>
              <a:buChar char="•"/>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r>
              <a:rPr lang="en-US" dirty="0" err="1"/>
              <a:t>Urestempor</a:t>
            </a:r>
            <a:r>
              <a:rPr lang="en-US" dirty="0"/>
              <a:t> </a:t>
            </a:r>
            <a:r>
              <a:rPr lang="en-US" dirty="0" err="1"/>
              <a:t>ra</a:t>
            </a:r>
            <a:r>
              <a:rPr lang="en-US" dirty="0"/>
              <a:t> </a:t>
            </a:r>
            <a:r>
              <a:rPr lang="en-US" dirty="0" err="1"/>
              <a:t>aut</a:t>
            </a:r>
            <a:r>
              <a:rPr lang="en-US" dirty="0"/>
              <a:t> </a:t>
            </a:r>
            <a:r>
              <a:rPr lang="en-US" dirty="0" err="1"/>
              <a:t>velique</a:t>
            </a:r>
            <a:r>
              <a:rPr lang="en-US" dirty="0"/>
              <a:t> </a:t>
            </a:r>
            <a:r>
              <a:rPr lang="en-US" dirty="0" err="1"/>
              <a:t>perum</a:t>
            </a:r>
            <a:r>
              <a:rPr lang="en-US" dirty="0"/>
              <a:t> </a:t>
            </a:r>
            <a:r>
              <a:rPr lang="en-US" dirty="0" err="1"/>
              <a:t>enim</a:t>
            </a:r>
            <a:r>
              <a:rPr lang="en-US" dirty="0"/>
              <a:t> qui </a:t>
            </a:r>
            <a:r>
              <a:rPr lang="en-US" dirty="0" err="1"/>
              <a:t>omnimus</a:t>
            </a:r>
            <a:r>
              <a:rPr lang="en-US" dirty="0"/>
              <a:t>, </a:t>
            </a:r>
            <a:r>
              <a:rPr lang="en-US" dirty="0" err="1"/>
              <a:t>sunt</a:t>
            </a:r>
            <a:r>
              <a:rPr lang="en-US" dirty="0"/>
              <a:t> </a:t>
            </a:r>
            <a:r>
              <a:rPr lang="en-US" dirty="0" err="1"/>
              <a:t>fuga</a:t>
            </a:r>
            <a:r>
              <a:rPr lang="en-US" dirty="0"/>
              <a:t>.</a:t>
            </a:r>
          </a:p>
          <a:p>
            <a:pPr lvl="1"/>
            <a:endParaRPr lang="en-US" dirty="0"/>
          </a:p>
          <a:p>
            <a:pPr marL="285750" marR="0" lvl="1" indent="-285750" algn="l" defTabSz="932742" rtl="0" eaLnBrk="1" fontAlgn="auto" latinLnBrk="0" hangingPunct="1">
              <a:lnSpc>
                <a:spcPts val="1800"/>
              </a:lnSpc>
              <a:spcBef>
                <a:spcPts val="13"/>
              </a:spcBef>
              <a:spcAft>
                <a:spcPts val="0"/>
              </a:spcAft>
              <a:buClrTx/>
              <a:buSzPct val="90000"/>
              <a:buFont typeface="Arial" panose="020B0604020202020204" pitchFamily="34" charset="0"/>
              <a:buChar char="•"/>
              <a:tabLst/>
              <a:defRPr/>
            </a:pPr>
            <a:r>
              <a:rPr lang="en-US" dirty="0"/>
              <a:t>Body copy Segoe Regular 14/18.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r>
              <a:rPr lang="en-US" dirty="0" err="1"/>
              <a:t>Urestempor</a:t>
            </a:r>
            <a:r>
              <a:rPr lang="en-US" dirty="0"/>
              <a:t> </a:t>
            </a:r>
            <a:r>
              <a:rPr lang="en-US" dirty="0" err="1"/>
              <a:t>ra</a:t>
            </a:r>
            <a:r>
              <a:rPr lang="en-US" dirty="0"/>
              <a:t> </a:t>
            </a:r>
            <a:r>
              <a:rPr lang="en-US" dirty="0" err="1"/>
              <a:t>aut</a:t>
            </a:r>
            <a:r>
              <a:rPr lang="en-US" dirty="0"/>
              <a:t> </a:t>
            </a:r>
            <a:r>
              <a:rPr lang="en-US" dirty="0" err="1"/>
              <a:t>velique</a:t>
            </a:r>
            <a:r>
              <a:rPr lang="en-US" dirty="0"/>
              <a:t> </a:t>
            </a:r>
            <a:r>
              <a:rPr lang="en-US" dirty="0" err="1"/>
              <a:t>perum</a:t>
            </a:r>
            <a:r>
              <a:rPr lang="en-US" dirty="0"/>
              <a:t> </a:t>
            </a:r>
            <a:r>
              <a:rPr lang="en-US" dirty="0" err="1"/>
              <a:t>enim</a:t>
            </a:r>
            <a:r>
              <a:rPr lang="en-US" dirty="0"/>
              <a:t> qui </a:t>
            </a:r>
            <a:r>
              <a:rPr lang="en-US" dirty="0" err="1"/>
              <a:t>omnimus</a:t>
            </a:r>
            <a:r>
              <a:rPr lang="en-US" dirty="0"/>
              <a:t>, </a:t>
            </a:r>
            <a:r>
              <a:rPr lang="en-US" dirty="0" err="1"/>
              <a:t>sunt</a:t>
            </a:r>
            <a:r>
              <a:rPr lang="en-US" dirty="0"/>
              <a:t> </a:t>
            </a:r>
            <a:r>
              <a:rPr lang="en-US" dirty="0" err="1"/>
              <a:t>fuga</a:t>
            </a:r>
            <a:r>
              <a:rPr lang="en-US" dirty="0"/>
              <a:t>.</a:t>
            </a:r>
          </a:p>
          <a:p>
            <a:pPr lvl="1"/>
            <a:endParaRPr lang="en-US" dirty="0"/>
          </a:p>
        </p:txBody>
      </p:sp>
    </p:spTree>
    <p:extLst>
      <p:ext uri="{BB962C8B-B14F-4D97-AF65-F5344CB8AC3E}">
        <p14:creationId xmlns:p14="http://schemas.microsoft.com/office/powerpoint/2010/main" val="4086938917"/>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option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rgbClr val="2F2F2F"/>
                </a:solidFill>
              </a:defRPr>
            </a:lvl1pPr>
          </a:lstStyle>
          <a:p>
            <a:r>
              <a:rPr lang="en-US" dirty="0"/>
              <a:t>Text option 2: two columns copy heavy</a:t>
            </a:r>
          </a:p>
        </p:txBody>
      </p:sp>
      <p:sp>
        <p:nvSpPr>
          <p:cNvPr id="5" name="Text Placeholder 4"/>
          <p:cNvSpPr>
            <a:spLocks noGrp="1"/>
          </p:cNvSpPr>
          <p:nvPr>
            <p:ph type="body" sz="quarter" idx="11" hasCustomPrompt="1"/>
          </p:nvPr>
        </p:nvSpPr>
        <p:spPr>
          <a:xfrm>
            <a:off x="465138" y="2005456"/>
            <a:ext cx="5653087" cy="3868623"/>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Pa </a:t>
            </a:r>
            <a:r>
              <a:rPr lang="en-US" dirty="0" err="1"/>
              <a:t>consed</a:t>
            </a:r>
            <a:r>
              <a:rPr lang="en-US" dirty="0"/>
              <a:t> et </a:t>
            </a:r>
            <a:r>
              <a:rPr lang="en-US" dirty="0" err="1"/>
              <a:t>atur</a:t>
            </a:r>
            <a:r>
              <a:rPr lang="en-US" dirty="0"/>
              <a:t>. </a:t>
            </a:r>
            <a:r>
              <a:rPr lang="en-US" dirty="0" err="1"/>
              <a:t>Serion</a:t>
            </a:r>
            <a:r>
              <a:rPr lang="en-US" dirty="0"/>
              <a:t> </a:t>
            </a:r>
            <a:r>
              <a:rPr lang="en-US" dirty="0" err="1"/>
              <a:t>corepudi</a:t>
            </a:r>
            <a:r>
              <a:rPr lang="en-US" dirty="0"/>
              <a:t> dolor </a:t>
            </a:r>
            <a:r>
              <a:rPr lang="en-US" dirty="0" err="1"/>
              <a:t>adionse</a:t>
            </a:r>
            <a:r>
              <a:rPr lang="en-US" dirty="0"/>
              <a:t> </a:t>
            </a:r>
            <a:r>
              <a:rPr lang="en-US" dirty="0" err="1"/>
              <a:t>quibusame</a:t>
            </a:r>
            <a:r>
              <a:rPr lang="en-US" dirty="0"/>
              <a:t> </a:t>
            </a:r>
            <a:r>
              <a:rPr lang="en-US" dirty="0" err="1"/>
              <a:t>nullabora</a:t>
            </a:r>
            <a:r>
              <a:rPr lang="en-US" dirty="0"/>
              <a:t> </a:t>
            </a:r>
            <a:r>
              <a:rPr lang="en-US" dirty="0" err="1"/>
              <a:t>volent</a:t>
            </a:r>
            <a:r>
              <a:rPr lang="en-US" dirty="0"/>
              <a:t> </a:t>
            </a:r>
            <a:r>
              <a:rPr lang="en-US" dirty="0" err="1"/>
              <a:t>lignam</a:t>
            </a:r>
            <a:r>
              <a:rPr lang="en-US" dirty="0"/>
              <a:t> </a:t>
            </a:r>
            <a:r>
              <a:rPr lang="en-US" dirty="0" err="1"/>
              <a:t>entis</a:t>
            </a:r>
            <a:r>
              <a:rPr lang="en-US" dirty="0"/>
              <a:t> ape </a:t>
            </a:r>
            <a:r>
              <a:rPr lang="en-US" dirty="0" err="1"/>
              <a:t>dolores</a:t>
            </a:r>
            <a:r>
              <a:rPr lang="en-US" dirty="0"/>
              <a:t> se </a:t>
            </a:r>
            <a:r>
              <a:rPr lang="en-US" dirty="0" err="1"/>
              <a:t>voluptae</a:t>
            </a:r>
            <a:r>
              <a:rPr lang="en-US" dirty="0"/>
              <a:t> </a:t>
            </a:r>
            <a:r>
              <a:rPr lang="en-US" dirty="0" err="1"/>
              <a:t>nimolupti</a:t>
            </a:r>
            <a:r>
              <a:rPr lang="en-US" dirty="0"/>
              <a:t> </a:t>
            </a:r>
            <a:r>
              <a:rPr lang="en-US" dirty="0" err="1"/>
              <a:t>quam</a:t>
            </a:r>
            <a:r>
              <a:rPr lang="en-US" dirty="0"/>
              <a:t> </a:t>
            </a:r>
            <a:r>
              <a:rPr lang="en-US" dirty="0" err="1"/>
              <a:t>ium</a:t>
            </a:r>
            <a:r>
              <a:rPr lang="en-US" dirty="0"/>
              <a:t> </a:t>
            </a:r>
            <a:r>
              <a:rPr lang="en-US" dirty="0" err="1"/>
              <a:t>simusa</a:t>
            </a:r>
            <a:r>
              <a:rPr lang="en-US" dirty="0"/>
              <a:t> </a:t>
            </a:r>
            <a:r>
              <a:rPr lang="en-US" dirty="0" err="1"/>
              <a:t>doluptur</a:t>
            </a:r>
            <a:r>
              <a:rPr lang="en-US" dirty="0"/>
              <a:t>, sum hic </a:t>
            </a:r>
            <a:r>
              <a:rPr lang="en-US" dirty="0" err="1"/>
              <a:t>tem</a:t>
            </a:r>
            <a:r>
              <a:rPr lang="en-US" dirty="0"/>
              <a:t> qui cum </a:t>
            </a:r>
            <a:r>
              <a:rPr lang="en-US" dirty="0" err="1"/>
              <a:t>evelest</a:t>
            </a:r>
            <a:r>
              <a:rPr lang="en-US" dirty="0"/>
              <a:t>, </a:t>
            </a:r>
            <a:r>
              <a:rPr lang="en-US" dirty="0" err="1"/>
              <a:t>cusapel</a:t>
            </a:r>
            <a:r>
              <a:rPr lang="en-US" dirty="0"/>
              <a:t> et </a:t>
            </a:r>
            <a:r>
              <a:rPr lang="en-US" dirty="0" err="1"/>
              <a:t>unt</a:t>
            </a:r>
            <a:r>
              <a:rPr lang="en-US" dirty="0"/>
              <a:t> et </a:t>
            </a:r>
            <a:r>
              <a:rPr lang="en-US" dirty="0" err="1"/>
              <a:t>hiciisciume</a:t>
            </a:r>
            <a:r>
              <a:rPr lang="en-US" dirty="0"/>
              <a:t> </a:t>
            </a:r>
            <a:r>
              <a:rPr lang="en-US" dirty="0" err="1"/>
              <a:t>vernatiore</a:t>
            </a:r>
            <a:r>
              <a:rPr lang="en-US" dirty="0"/>
              <a:t> </a:t>
            </a:r>
            <a:r>
              <a:rPr lang="en-US" dirty="0" err="1"/>
              <a:t>volenecabor</a:t>
            </a:r>
            <a:r>
              <a:rPr lang="en-US" dirty="0"/>
              <a:t> </a:t>
            </a:r>
            <a:r>
              <a:rPr lang="en-US" dirty="0" err="1"/>
              <a:t>seque</a:t>
            </a:r>
            <a:r>
              <a:rPr lang="en-US" dirty="0"/>
              <a:t> </a:t>
            </a:r>
            <a:r>
              <a:rPr lang="en-US" dirty="0" err="1"/>
              <a:t>officient</a:t>
            </a:r>
            <a:r>
              <a:rPr lang="en-US" dirty="0"/>
              <a:t>, </a:t>
            </a:r>
            <a:r>
              <a:rPr lang="en-US" dirty="0" err="1"/>
              <a:t>quamus</a:t>
            </a:r>
            <a:r>
              <a:rPr lang="en-US" dirty="0"/>
              <a:t> </a:t>
            </a:r>
            <a:r>
              <a:rPr lang="en-US" dirty="0" err="1"/>
              <a:t>voluptium</a:t>
            </a:r>
            <a:r>
              <a:rPr lang="en-US" dirty="0"/>
              <a:t> </a:t>
            </a:r>
            <a:r>
              <a:rPr lang="en-US" dirty="0" err="1"/>
              <a:t>natur</a:t>
            </a:r>
            <a:r>
              <a:rPr lang="en-US" dirty="0"/>
              <a:t> </a:t>
            </a:r>
            <a:r>
              <a:rPr lang="en-US" dirty="0" err="1"/>
              <a:t>maio</a:t>
            </a:r>
            <a:r>
              <a:rPr lang="en-US" dirty="0"/>
              <a:t> </a:t>
            </a:r>
            <a:r>
              <a:rPr lang="en-US" dirty="0" err="1"/>
              <a:t>volupta</a:t>
            </a:r>
            <a:r>
              <a:rPr lang="en-US" dirty="0"/>
              <a:t> </a:t>
            </a:r>
            <a:r>
              <a:rPr lang="en-US" dirty="0" err="1"/>
              <a:t>tioria</a:t>
            </a:r>
            <a:r>
              <a:rPr lang="en-US" dirty="0"/>
              <a:t> </a:t>
            </a:r>
            <a:r>
              <a:rPr lang="en-US" dirty="0" err="1"/>
              <a:t>venimetur</a:t>
            </a:r>
            <a:r>
              <a:rPr lang="en-US" dirty="0"/>
              <a:t> re </a:t>
            </a:r>
            <a:r>
              <a:rPr lang="en-US" dirty="0" err="1"/>
              <a:t>vel</a:t>
            </a:r>
            <a:r>
              <a:rPr lang="en-US" dirty="0"/>
              <a:t> </a:t>
            </a:r>
            <a:r>
              <a:rPr lang="en-US" dirty="0" err="1"/>
              <a:t>ent</a:t>
            </a:r>
            <a:r>
              <a:rPr lang="en-US" dirty="0"/>
              <a:t>, </a:t>
            </a:r>
            <a:r>
              <a:rPr lang="en-US" dirty="0" err="1"/>
              <a:t>quae</a:t>
            </a:r>
            <a:r>
              <a:rPr lang="en-US" dirty="0"/>
              <a:t> </a:t>
            </a:r>
            <a:r>
              <a:rPr lang="en-US" dirty="0" err="1"/>
              <a:t>liqui</a:t>
            </a:r>
            <a:r>
              <a:rPr lang="en-US" dirty="0"/>
              <a:t> </a:t>
            </a:r>
            <a:r>
              <a:rPr lang="en-US" dirty="0" err="1"/>
              <a:t>tem</a:t>
            </a:r>
            <a:r>
              <a:rPr lang="en-US" dirty="0"/>
              <a:t> sin con re </a:t>
            </a:r>
            <a:r>
              <a:rPr lang="en-US" dirty="0" err="1"/>
              <a:t>laut</a:t>
            </a:r>
            <a:r>
              <a:rPr lang="en-US" dirty="0"/>
              <a:t> </a:t>
            </a:r>
            <a:r>
              <a:rPr lang="en-US" dirty="0" err="1"/>
              <a:t>aut</a:t>
            </a:r>
            <a:r>
              <a:rPr lang="en-US" dirty="0"/>
              <a:t> </a:t>
            </a:r>
            <a:r>
              <a:rPr lang="en-US" dirty="0" err="1"/>
              <a:t>volupietur</a:t>
            </a:r>
            <a:r>
              <a:rPr lang="en-US" dirty="0"/>
              <a:t>.</a:t>
            </a:r>
          </a:p>
          <a:p>
            <a:pPr lvl="1"/>
            <a:endParaRPr lang="en-US" dirty="0"/>
          </a:p>
          <a:p>
            <a:pPr lvl="1"/>
            <a:r>
              <a:rPr lang="en-US" dirty="0" err="1"/>
              <a:t>Henestios</a:t>
            </a:r>
            <a:r>
              <a:rPr lang="en-US" dirty="0"/>
              <a:t> </a:t>
            </a:r>
            <a:r>
              <a:rPr lang="en-US" dirty="0" err="1"/>
              <a:t>vellantium</a:t>
            </a:r>
            <a:r>
              <a:rPr lang="en-US" dirty="0"/>
              <a:t> </a:t>
            </a:r>
            <a:r>
              <a:rPr lang="en-US" dirty="0" err="1"/>
              <a:t>simi</a:t>
            </a:r>
            <a:r>
              <a:rPr lang="en-US" dirty="0"/>
              <a:t>, </a:t>
            </a:r>
            <a:r>
              <a:rPr lang="en-US" dirty="0" err="1"/>
              <a:t>quassenime</a:t>
            </a:r>
            <a:r>
              <a:rPr lang="en-US" dirty="0"/>
              <a:t> consent </a:t>
            </a:r>
            <a:r>
              <a:rPr lang="en-US" dirty="0" err="1"/>
              <a:t>emquatincti</a:t>
            </a:r>
            <a:r>
              <a:rPr lang="en-US" dirty="0"/>
              <a:t> to doles </a:t>
            </a:r>
            <a:r>
              <a:rPr lang="en-US" dirty="0" err="1"/>
              <a:t>cium</a:t>
            </a:r>
            <a:r>
              <a:rPr lang="en-US" dirty="0"/>
              <a:t> </a:t>
            </a:r>
            <a:r>
              <a:rPr lang="en-US" dirty="0" err="1"/>
              <a:t>nectur</a:t>
            </a:r>
            <a:r>
              <a:rPr lang="en-US" dirty="0"/>
              <a:t>. </a:t>
            </a:r>
            <a:r>
              <a:rPr lang="en-US" dirty="0" err="1"/>
              <a:t>Experit</a:t>
            </a:r>
            <a:r>
              <a:rPr lang="en-US" dirty="0"/>
              <a:t> </a:t>
            </a:r>
            <a:r>
              <a:rPr lang="en-US" dirty="0" err="1"/>
              <a:t>occus</a:t>
            </a:r>
            <a:r>
              <a:rPr lang="en-US" dirty="0"/>
              <a:t>. </a:t>
            </a:r>
            <a:r>
              <a:rPr lang="en-US" dirty="0" err="1"/>
              <a:t>Anduntus</a:t>
            </a:r>
            <a:r>
              <a:rPr lang="en-US" dirty="0"/>
              <a:t> </a:t>
            </a:r>
            <a:r>
              <a:rPr lang="en-US" dirty="0" err="1"/>
              <a:t>dolecta</a:t>
            </a:r>
            <a:r>
              <a:rPr lang="en-US" dirty="0"/>
              <a:t> </a:t>
            </a:r>
            <a:r>
              <a:rPr lang="en-US" dirty="0" err="1"/>
              <a:t>tiusam</a:t>
            </a:r>
            <a:r>
              <a:rPr lang="en-US" dirty="0"/>
              <a:t> </a:t>
            </a:r>
            <a:r>
              <a:rPr lang="en-US" dirty="0" err="1"/>
              <a:t>esto</a:t>
            </a:r>
            <a:r>
              <a:rPr lang="en-US" dirty="0"/>
              <a:t> </a:t>
            </a:r>
            <a:r>
              <a:rPr lang="en-US" dirty="0" err="1"/>
              <a:t>eos</a:t>
            </a:r>
            <a:r>
              <a:rPr lang="en-US" dirty="0"/>
              <a:t> </a:t>
            </a:r>
            <a:r>
              <a:rPr lang="en-US" dirty="0" err="1"/>
              <a:t>delit</a:t>
            </a:r>
            <a:r>
              <a:rPr lang="en-US" dirty="0"/>
              <a:t>, at. </a:t>
            </a:r>
            <a:r>
              <a:rPr lang="en-US" dirty="0" err="1"/>
              <a:t>Haria</a:t>
            </a:r>
            <a:r>
              <a:rPr lang="en-US" dirty="0"/>
              <a:t> dis </a:t>
            </a:r>
            <a:r>
              <a:rPr lang="en-US" dirty="0" err="1"/>
              <a:t>eum</a:t>
            </a:r>
            <a:r>
              <a:rPr lang="en-US" dirty="0"/>
              <a:t> a </a:t>
            </a:r>
            <a:r>
              <a:rPr lang="en-US" dirty="0" err="1"/>
              <a:t>sitibus</a:t>
            </a:r>
            <a:r>
              <a:rPr lang="en-US" dirty="0"/>
              <a:t> </a:t>
            </a:r>
            <a:r>
              <a:rPr lang="en-US" dirty="0" err="1"/>
              <a:t>volorib</a:t>
            </a:r>
            <a:r>
              <a:rPr lang="en-US" dirty="0"/>
              <a:t> </a:t>
            </a:r>
            <a:r>
              <a:rPr lang="en-US" dirty="0" err="1"/>
              <a:t>usapere</a:t>
            </a:r>
            <a:r>
              <a:rPr lang="en-US" dirty="0"/>
              <a:t> </a:t>
            </a:r>
            <a:r>
              <a:rPr lang="en-US" dirty="0" err="1"/>
              <a:t>nonse</a:t>
            </a:r>
            <a:r>
              <a:rPr lang="en-US" dirty="0"/>
              <a:t> </a:t>
            </a:r>
            <a:r>
              <a:rPr lang="en-US" dirty="0" err="1"/>
              <a:t>cullit</a:t>
            </a:r>
            <a:r>
              <a:rPr lang="en-US" dirty="0"/>
              <a:t> </a:t>
            </a:r>
            <a:r>
              <a:rPr lang="en-US" dirty="0" err="1"/>
              <a:t>iditatquam</a:t>
            </a:r>
            <a:r>
              <a:rPr lang="en-US" dirty="0"/>
              <a:t> </a:t>
            </a:r>
            <a:r>
              <a:rPr lang="en-US" dirty="0" err="1"/>
              <a:t>hil</a:t>
            </a:r>
            <a:r>
              <a:rPr lang="en-US" dirty="0"/>
              <a:t> </a:t>
            </a:r>
            <a:r>
              <a:rPr lang="en-US" dirty="0" err="1"/>
              <a:t>mincius</a:t>
            </a:r>
            <a:r>
              <a:rPr lang="en-US" dirty="0"/>
              <a:t> </a:t>
            </a:r>
            <a:r>
              <a:rPr lang="en-US" dirty="0" err="1"/>
              <a:t>ea</a:t>
            </a:r>
            <a:r>
              <a:rPr lang="en-US" dirty="0"/>
              <a:t> debit </a:t>
            </a:r>
            <a:r>
              <a:rPr lang="en-US" dirty="0" err="1"/>
              <a:t>quae</a:t>
            </a:r>
            <a:r>
              <a:rPr lang="en-US" dirty="0"/>
              <a:t> </a:t>
            </a:r>
            <a:r>
              <a:rPr lang="en-US" dirty="0" err="1"/>
              <a:t>ipsuntius</a:t>
            </a:r>
            <a:r>
              <a:rPr lang="en-US" dirty="0"/>
              <a:t> </a:t>
            </a:r>
            <a:r>
              <a:rPr lang="en-US" dirty="0" err="1"/>
              <a:t>quideli</a:t>
            </a:r>
            <a:r>
              <a:rPr lang="en-US" dirty="0"/>
              <a:t> </a:t>
            </a:r>
            <a:r>
              <a:rPr lang="en-US" dirty="0" err="1"/>
              <a:t>tatiis</a:t>
            </a:r>
            <a:r>
              <a:rPr lang="en-US" dirty="0"/>
              <a:t> rem </a:t>
            </a:r>
            <a:r>
              <a:rPr lang="en-US" dirty="0" err="1"/>
              <a:t>restis</a:t>
            </a:r>
            <a:r>
              <a:rPr lang="en-US" dirty="0"/>
              <a:t> pro </a:t>
            </a:r>
            <a:r>
              <a:rPr lang="en-US" dirty="0" err="1"/>
              <a:t>ium</a:t>
            </a:r>
            <a:r>
              <a:rPr lang="en-US" dirty="0"/>
              <a:t> qui </a:t>
            </a:r>
            <a:r>
              <a:rPr lang="en-US" dirty="0" err="1"/>
              <a:t>ra</a:t>
            </a:r>
            <a:r>
              <a:rPr lang="en-US" dirty="0"/>
              <a:t> </a:t>
            </a:r>
            <a:r>
              <a:rPr lang="en-US" dirty="0" err="1"/>
              <a:t>debist</a:t>
            </a:r>
            <a:r>
              <a:rPr lang="en-US" dirty="0"/>
              <a:t> at </a:t>
            </a:r>
            <a:r>
              <a:rPr lang="en-US" dirty="0" err="1"/>
              <a:t>ilit</a:t>
            </a:r>
            <a:r>
              <a:rPr lang="en-US" dirty="0"/>
              <a:t> </a:t>
            </a:r>
            <a:r>
              <a:rPr lang="en-US" dirty="0" err="1"/>
              <a:t>est</a:t>
            </a:r>
            <a:r>
              <a:rPr lang="en-US" dirty="0"/>
              <a:t>, </a:t>
            </a:r>
            <a:r>
              <a:rPr lang="en-US" dirty="0" err="1"/>
              <a:t>cus</a:t>
            </a:r>
            <a:r>
              <a:rPr lang="en-US" dirty="0"/>
              <a:t> </a:t>
            </a:r>
            <a:r>
              <a:rPr lang="en-US" dirty="0" err="1"/>
              <a:t>invenim</a:t>
            </a:r>
            <a:r>
              <a:rPr lang="en-US" dirty="0"/>
              <a:t> </a:t>
            </a:r>
            <a:r>
              <a:rPr lang="en-US" dirty="0" err="1"/>
              <a:t>laborro</a:t>
            </a:r>
            <a:r>
              <a:rPr lang="en-US" dirty="0"/>
              <a:t> </a:t>
            </a:r>
            <a:r>
              <a:rPr lang="en-US" dirty="0" err="1"/>
              <a:t>tem</a:t>
            </a:r>
            <a:r>
              <a:rPr lang="en-US" dirty="0"/>
              <a:t> </a:t>
            </a:r>
            <a:r>
              <a:rPr lang="en-US" dirty="0" err="1"/>
              <a:t>rectiissunt</a:t>
            </a:r>
            <a:r>
              <a:rPr lang="en-US" dirty="0"/>
              <a:t> et, </a:t>
            </a:r>
            <a:r>
              <a:rPr lang="en-US" dirty="0" err="1"/>
              <a:t>nos</a:t>
            </a:r>
            <a:r>
              <a:rPr lang="en-US" dirty="0"/>
              <a:t> </a:t>
            </a:r>
            <a:r>
              <a:rPr lang="en-US" dirty="0" err="1"/>
              <a:t>doloratia</a:t>
            </a:r>
            <a:r>
              <a:rPr lang="en-US" dirty="0"/>
              <a:t> et </a:t>
            </a:r>
            <a:r>
              <a:rPr lang="en-US" dirty="0" err="1"/>
              <a:t>opta</a:t>
            </a:r>
            <a:r>
              <a:rPr lang="en-US" dirty="0"/>
              <a:t> dis </a:t>
            </a:r>
            <a:r>
              <a:rPr lang="en-US" dirty="0" err="1"/>
              <a:t>aut</a:t>
            </a:r>
            <a:r>
              <a:rPr lang="en-US" dirty="0"/>
              <a:t> </a:t>
            </a:r>
            <a:r>
              <a:rPr lang="en-US" dirty="0" err="1"/>
              <a:t>modis</a:t>
            </a:r>
            <a:r>
              <a:rPr lang="en-US" dirty="0"/>
              <a:t> </a:t>
            </a:r>
            <a:r>
              <a:rPr lang="en-US" dirty="0" err="1"/>
              <a:t>rerat</a:t>
            </a:r>
            <a:r>
              <a:rPr lang="en-US" dirty="0"/>
              <a:t> </a:t>
            </a:r>
            <a:r>
              <a:rPr lang="en-US" dirty="0" err="1"/>
              <a:t>oditatu</a:t>
            </a:r>
            <a:r>
              <a:rPr lang="en-US" dirty="0"/>
              <a:t> </a:t>
            </a:r>
            <a:r>
              <a:rPr lang="en-US" dirty="0" err="1"/>
              <a:t>reseque</a:t>
            </a:r>
            <a:r>
              <a:rPr lang="en-US" dirty="0"/>
              <a:t> </a:t>
            </a:r>
            <a:r>
              <a:rPr lang="en-US" dirty="0" err="1"/>
              <a:t>nisque</a:t>
            </a:r>
            <a:r>
              <a:rPr lang="en-US" dirty="0"/>
              <a:t> rem </a:t>
            </a:r>
            <a:r>
              <a:rPr lang="en-US" dirty="0" err="1"/>
              <a:t>rempores</a:t>
            </a:r>
            <a:r>
              <a:rPr lang="en-US" dirty="0"/>
              <a:t>. </a:t>
            </a:r>
            <a:r>
              <a:rPr lang="en-US" dirty="0" err="1"/>
              <a:t>Anduntus</a:t>
            </a:r>
            <a:r>
              <a:rPr lang="en-US" dirty="0"/>
              <a:t> </a:t>
            </a:r>
            <a:r>
              <a:rPr lang="en-US" dirty="0" err="1"/>
              <a:t>dolecta</a:t>
            </a:r>
            <a:r>
              <a:rPr lang="en-US" dirty="0"/>
              <a:t> </a:t>
            </a:r>
            <a:r>
              <a:rPr lang="en-US" dirty="0" err="1"/>
              <a:t>tiusam</a:t>
            </a:r>
            <a:r>
              <a:rPr lang="en-US" dirty="0"/>
              <a:t> </a:t>
            </a:r>
            <a:r>
              <a:rPr lang="en-US" dirty="0" err="1"/>
              <a:t>esto</a:t>
            </a:r>
            <a:r>
              <a:rPr lang="en-US" dirty="0"/>
              <a:t> </a:t>
            </a:r>
            <a:r>
              <a:rPr lang="en-US" dirty="0" err="1"/>
              <a:t>eos</a:t>
            </a:r>
            <a:r>
              <a:rPr lang="en-US" dirty="0"/>
              <a:t> </a:t>
            </a:r>
            <a:r>
              <a:rPr lang="en-US" dirty="0" err="1"/>
              <a:t>delit</a:t>
            </a:r>
            <a:r>
              <a:rPr lang="en-US" dirty="0"/>
              <a:t>, at. </a:t>
            </a:r>
            <a:r>
              <a:rPr lang="en-US" dirty="0" err="1"/>
              <a:t>Haria</a:t>
            </a:r>
            <a:r>
              <a:rPr lang="en-US" dirty="0"/>
              <a:t> dis </a:t>
            </a:r>
            <a:r>
              <a:rPr lang="en-US" dirty="0" err="1"/>
              <a:t>eum</a:t>
            </a:r>
            <a:r>
              <a:rPr lang="en-US" dirty="0"/>
              <a:t> a </a:t>
            </a:r>
            <a:r>
              <a:rPr lang="en-US" dirty="0" err="1"/>
              <a:t>sitibus</a:t>
            </a:r>
            <a:r>
              <a:rPr lang="en-US" dirty="0"/>
              <a:t> </a:t>
            </a:r>
            <a:r>
              <a:rPr lang="en-US" dirty="0" err="1"/>
              <a:t>volorib</a:t>
            </a:r>
            <a:r>
              <a:rPr lang="en-US" dirty="0"/>
              <a:t> </a:t>
            </a:r>
            <a:r>
              <a:rPr lang="en-US" dirty="0" err="1"/>
              <a:t>usapere</a:t>
            </a:r>
            <a:r>
              <a:rPr lang="en-US" dirty="0"/>
              <a:t> </a:t>
            </a:r>
            <a:r>
              <a:rPr lang="en-US" dirty="0" err="1"/>
              <a:t>nonse</a:t>
            </a:r>
            <a:r>
              <a:rPr lang="en-US" dirty="0"/>
              <a:t> </a:t>
            </a:r>
            <a:r>
              <a:rPr lang="en-US" dirty="0" err="1"/>
              <a:t>cullit</a:t>
            </a:r>
            <a:r>
              <a:rPr lang="en-US" dirty="0"/>
              <a:t> </a:t>
            </a:r>
            <a:r>
              <a:rPr lang="en-US" dirty="0" err="1"/>
              <a:t>iditatquam</a:t>
            </a:r>
            <a:r>
              <a:rPr lang="en-US" dirty="0"/>
              <a:t> </a:t>
            </a:r>
            <a:r>
              <a:rPr lang="en-US" dirty="0" err="1"/>
              <a:t>hil</a:t>
            </a:r>
            <a:r>
              <a:rPr lang="en-US" dirty="0"/>
              <a:t> </a:t>
            </a:r>
            <a:r>
              <a:rPr lang="en-US" dirty="0" err="1"/>
              <a:t>mincius</a:t>
            </a:r>
            <a:r>
              <a:rPr lang="en-US" dirty="0"/>
              <a:t> </a:t>
            </a:r>
            <a:r>
              <a:rPr lang="en-US" dirty="0" err="1"/>
              <a:t>ea</a:t>
            </a:r>
            <a:r>
              <a:rPr lang="en-US" dirty="0"/>
              <a:t> debit </a:t>
            </a:r>
            <a:r>
              <a:rPr lang="en-US" dirty="0" err="1"/>
              <a:t>quae</a:t>
            </a:r>
            <a:r>
              <a:rPr lang="en-US" dirty="0"/>
              <a:t> sit.</a:t>
            </a:r>
          </a:p>
        </p:txBody>
      </p:sp>
      <p:sp>
        <p:nvSpPr>
          <p:cNvPr id="7" name="Text Placeholder 4"/>
          <p:cNvSpPr>
            <a:spLocks noGrp="1"/>
          </p:cNvSpPr>
          <p:nvPr>
            <p:ph type="body" sz="quarter" idx="12" hasCustomPrompt="1"/>
          </p:nvPr>
        </p:nvSpPr>
        <p:spPr>
          <a:xfrm>
            <a:off x="6354763" y="1995296"/>
            <a:ext cx="5653087" cy="3868623"/>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Pa </a:t>
            </a:r>
            <a:r>
              <a:rPr lang="en-US" dirty="0" err="1"/>
              <a:t>consed</a:t>
            </a:r>
            <a:r>
              <a:rPr lang="en-US" dirty="0"/>
              <a:t> et </a:t>
            </a:r>
            <a:r>
              <a:rPr lang="en-US" dirty="0" err="1"/>
              <a:t>atur</a:t>
            </a:r>
            <a:r>
              <a:rPr lang="en-US" dirty="0"/>
              <a:t>. </a:t>
            </a:r>
            <a:r>
              <a:rPr lang="en-US" dirty="0" err="1"/>
              <a:t>Serion</a:t>
            </a:r>
            <a:r>
              <a:rPr lang="en-US" dirty="0"/>
              <a:t> </a:t>
            </a:r>
            <a:r>
              <a:rPr lang="en-US" dirty="0" err="1"/>
              <a:t>corepudi</a:t>
            </a:r>
            <a:r>
              <a:rPr lang="en-US" dirty="0"/>
              <a:t> dolor </a:t>
            </a:r>
            <a:r>
              <a:rPr lang="en-US" dirty="0" err="1"/>
              <a:t>adionse</a:t>
            </a:r>
            <a:r>
              <a:rPr lang="en-US" dirty="0"/>
              <a:t> </a:t>
            </a:r>
            <a:r>
              <a:rPr lang="en-US" dirty="0" err="1"/>
              <a:t>quibusame</a:t>
            </a:r>
            <a:r>
              <a:rPr lang="en-US" dirty="0"/>
              <a:t> </a:t>
            </a:r>
            <a:r>
              <a:rPr lang="en-US" dirty="0" err="1"/>
              <a:t>nullabora</a:t>
            </a:r>
            <a:r>
              <a:rPr lang="en-US" dirty="0"/>
              <a:t> </a:t>
            </a:r>
            <a:r>
              <a:rPr lang="en-US" dirty="0" err="1"/>
              <a:t>volent</a:t>
            </a:r>
            <a:r>
              <a:rPr lang="en-US" dirty="0"/>
              <a:t> </a:t>
            </a:r>
            <a:r>
              <a:rPr lang="en-US" dirty="0" err="1"/>
              <a:t>lignam</a:t>
            </a:r>
            <a:r>
              <a:rPr lang="en-US" dirty="0"/>
              <a:t> </a:t>
            </a:r>
            <a:r>
              <a:rPr lang="en-US" dirty="0" err="1"/>
              <a:t>entis</a:t>
            </a:r>
            <a:r>
              <a:rPr lang="en-US" dirty="0"/>
              <a:t> ape </a:t>
            </a:r>
            <a:r>
              <a:rPr lang="en-US" dirty="0" err="1"/>
              <a:t>dolores</a:t>
            </a:r>
            <a:r>
              <a:rPr lang="en-US" dirty="0"/>
              <a:t> se </a:t>
            </a:r>
            <a:r>
              <a:rPr lang="en-US" dirty="0" err="1"/>
              <a:t>voluptae</a:t>
            </a:r>
            <a:r>
              <a:rPr lang="en-US" dirty="0"/>
              <a:t> </a:t>
            </a:r>
            <a:r>
              <a:rPr lang="en-US" dirty="0" err="1"/>
              <a:t>nimolupti</a:t>
            </a:r>
            <a:r>
              <a:rPr lang="en-US" dirty="0"/>
              <a:t> </a:t>
            </a:r>
            <a:r>
              <a:rPr lang="en-US" dirty="0" err="1"/>
              <a:t>quam</a:t>
            </a:r>
            <a:r>
              <a:rPr lang="en-US" dirty="0"/>
              <a:t> </a:t>
            </a:r>
            <a:r>
              <a:rPr lang="en-US" dirty="0" err="1"/>
              <a:t>ium</a:t>
            </a:r>
            <a:r>
              <a:rPr lang="en-US" dirty="0"/>
              <a:t> </a:t>
            </a:r>
            <a:r>
              <a:rPr lang="en-US" dirty="0" err="1"/>
              <a:t>simusa</a:t>
            </a:r>
            <a:r>
              <a:rPr lang="en-US" dirty="0"/>
              <a:t> </a:t>
            </a:r>
            <a:r>
              <a:rPr lang="en-US" dirty="0" err="1"/>
              <a:t>doluptur</a:t>
            </a:r>
            <a:r>
              <a:rPr lang="en-US" dirty="0"/>
              <a:t>, sum hic </a:t>
            </a:r>
            <a:r>
              <a:rPr lang="en-US" dirty="0" err="1"/>
              <a:t>tem</a:t>
            </a:r>
            <a:r>
              <a:rPr lang="en-US" dirty="0"/>
              <a:t> qui cum </a:t>
            </a:r>
            <a:r>
              <a:rPr lang="en-US" dirty="0" err="1"/>
              <a:t>evelest</a:t>
            </a:r>
            <a:r>
              <a:rPr lang="en-US" dirty="0"/>
              <a:t>, </a:t>
            </a:r>
            <a:r>
              <a:rPr lang="en-US" dirty="0" err="1"/>
              <a:t>cusapel</a:t>
            </a:r>
            <a:r>
              <a:rPr lang="en-US" dirty="0"/>
              <a:t> et </a:t>
            </a:r>
            <a:r>
              <a:rPr lang="en-US" dirty="0" err="1"/>
              <a:t>unt</a:t>
            </a:r>
            <a:r>
              <a:rPr lang="en-US" dirty="0"/>
              <a:t> et </a:t>
            </a:r>
            <a:r>
              <a:rPr lang="en-US" dirty="0" err="1"/>
              <a:t>hiciisciume</a:t>
            </a:r>
            <a:r>
              <a:rPr lang="en-US" dirty="0"/>
              <a:t> </a:t>
            </a:r>
            <a:r>
              <a:rPr lang="en-US" dirty="0" err="1"/>
              <a:t>vernatiore</a:t>
            </a:r>
            <a:r>
              <a:rPr lang="en-US" dirty="0"/>
              <a:t> </a:t>
            </a:r>
            <a:r>
              <a:rPr lang="en-US" dirty="0" err="1"/>
              <a:t>volenecabor</a:t>
            </a:r>
            <a:r>
              <a:rPr lang="en-US" dirty="0"/>
              <a:t> </a:t>
            </a:r>
            <a:r>
              <a:rPr lang="en-US" dirty="0" err="1"/>
              <a:t>seque</a:t>
            </a:r>
            <a:r>
              <a:rPr lang="en-US" dirty="0"/>
              <a:t> </a:t>
            </a:r>
            <a:r>
              <a:rPr lang="en-US" dirty="0" err="1"/>
              <a:t>officient</a:t>
            </a:r>
            <a:r>
              <a:rPr lang="en-US" dirty="0"/>
              <a:t>, </a:t>
            </a:r>
            <a:r>
              <a:rPr lang="en-US" dirty="0" err="1"/>
              <a:t>quamus</a:t>
            </a:r>
            <a:r>
              <a:rPr lang="en-US" dirty="0"/>
              <a:t> </a:t>
            </a:r>
            <a:r>
              <a:rPr lang="en-US" dirty="0" err="1"/>
              <a:t>voluptium</a:t>
            </a:r>
            <a:r>
              <a:rPr lang="en-US" dirty="0"/>
              <a:t> </a:t>
            </a:r>
            <a:r>
              <a:rPr lang="en-US" dirty="0" err="1"/>
              <a:t>natur</a:t>
            </a:r>
            <a:r>
              <a:rPr lang="en-US" dirty="0"/>
              <a:t> </a:t>
            </a:r>
            <a:r>
              <a:rPr lang="en-US" dirty="0" err="1"/>
              <a:t>maio</a:t>
            </a:r>
            <a:r>
              <a:rPr lang="en-US" dirty="0"/>
              <a:t> </a:t>
            </a:r>
            <a:r>
              <a:rPr lang="en-US" dirty="0" err="1"/>
              <a:t>volupta</a:t>
            </a:r>
            <a:r>
              <a:rPr lang="en-US" dirty="0"/>
              <a:t> </a:t>
            </a:r>
            <a:r>
              <a:rPr lang="en-US" dirty="0" err="1"/>
              <a:t>tioria</a:t>
            </a:r>
            <a:r>
              <a:rPr lang="en-US" dirty="0"/>
              <a:t> </a:t>
            </a:r>
            <a:r>
              <a:rPr lang="en-US" dirty="0" err="1"/>
              <a:t>venimetur</a:t>
            </a:r>
            <a:r>
              <a:rPr lang="en-US" dirty="0"/>
              <a:t> re </a:t>
            </a:r>
            <a:r>
              <a:rPr lang="en-US" dirty="0" err="1"/>
              <a:t>vel</a:t>
            </a:r>
            <a:r>
              <a:rPr lang="en-US" dirty="0"/>
              <a:t> </a:t>
            </a:r>
            <a:r>
              <a:rPr lang="en-US" dirty="0" err="1"/>
              <a:t>ent</a:t>
            </a:r>
            <a:r>
              <a:rPr lang="en-US" dirty="0"/>
              <a:t>, </a:t>
            </a:r>
            <a:r>
              <a:rPr lang="en-US" dirty="0" err="1"/>
              <a:t>quae</a:t>
            </a:r>
            <a:r>
              <a:rPr lang="en-US" dirty="0"/>
              <a:t> </a:t>
            </a:r>
            <a:r>
              <a:rPr lang="en-US" dirty="0" err="1"/>
              <a:t>liqui</a:t>
            </a:r>
            <a:r>
              <a:rPr lang="en-US" dirty="0"/>
              <a:t> </a:t>
            </a:r>
            <a:r>
              <a:rPr lang="en-US" dirty="0" err="1"/>
              <a:t>tem</a:t>
            </a:r>
            <a:r>
              <a:rPr lang="en-US" dirty="0"/>
              <a:t> sin con re </a:t>
            </a:r>
            <a:r>
              <a:rPr lang="en-US" dirty="0" err="1"/>
              <a:t>laut</a:t>
            </a:r>
            <a:r>
              <a:rPr lang="en-US" dirty="0"/>
              <a:t> </a:t>
            </a:r>
            <a:r>
              <a:rPr lang="en-US" dirty="0" err="1"/>
              <a:t>aut</a:t>
            </a:r>
            <a:r>
              <a:rPr lang="en-US" dirty="0"/>
              <a:t> </a:t>
            </a:r>
            <a:r>
              <a:rPr lang="en-US" dirty="0" err="1"/>
              <a:t>volupietur</a:t>
            </a:r>
            <a:r>
              <a:rPr lang="en-US" dirty="0"/>
              <a:t>.</a:t>
            </a:r>
          </a:p>
          <a:p>
            <a:pPr lvl="1"/>
            <a:endParaRPr lang="en-US" dirty="0"/>
          </a:p>
          <a:p>
            <a:pPr lvl="1"/>
            <a:r>
              <a:rPr lang="en-US" dirty="0" err="1"/>
              <a:t>Henestios</a:t>
            </a:r>
            <a:r>
              <a:rPr lang="en-US" dirty="0"/>
              <a:t> </a:t>
            </a:r>
            <a:r>
              <a:rPr lang="en-US" dirty="0" err="1"/>
              <a:t>vellantium</a:t>
            </a:r>
            <a:r>
              <a:rPr lang="en-US" dirty="0"/>
              <a:t> </a:t>
            </a:r>
            <a:r>
              <a:rPr lang="en-US" dirty="0" err="1"/>
              <a:t>simi</a:t>
            </a:r>
            <a:r>
              <a:rPr lang="en-US" dirty="0"/>
              <a:t>, </a:t>
            </a:r>
            <a:r>
              <a:rPr lang="en-US" dirty="0" err="1"/>
              <a:t>quassenime</a:t>
            </a:r>
            <a:r>
              <a:rPr lang="en-US" dirty="0"/>
              <a:t> consent </a:t>
            </a:r>
            <a:r>
              <a:rPr lang="en-US" dirty="0" err="1"/>
              <a:t>emquatincti</a:t>
            </a:r>
            <a:r>
              <a:rPr lang="en-US" dirty="0"/>
              <a:t> to doles </a:t>
            </a:r>
            <a:r>
              <a:rPr lang="en-US" dirty="0" err="1"/>
              <a:t>cium</a:t>
            </a:r>
            <a:r>
              <a:rPr lang="en-US" dirty="0"/>
              <a:t> </a:t>
            </a:r>
            <a:r>
              <a:rPr lang="en-US" dirty="0" err="1"/>
              <a:t>nectur</a:t>
            </a:r>
            <a:r>
              <a:rPr lang="en-US" dirty="0"/>
              <a:t>. </a:t>
            </a:r>
            <a:r>
              <a:rPr lang="en-US" dirty="0" err="1"/>
              <a:t>Experit</a:t>
            </a:r>
            <a:r>
              <a:rPr lang="en-US" dirty="0"/>
              <a:t> </a:t>
            </a:r>
            <a:r>
              <a:rPr lang="en-US" dirty="0" err="1"/>
              <a:t>occus</a:t>
            </a:r>
            <a:r>
              <a:rPr lang="en-US" dirty="0"/>
              <a:t>. </a:t>
            </a:r>
            <a:r>
              <a:rPr lang="en-US" dirty="0" err="1"/>
              <a:t>Anduntus</a:t>
            </a:r>
            <a:r>
              <a:rPr lang="en-US" dirty="0"/>
              <a:t> </a:t>
            </a:r>
            <a:r>
              <a:rPr lang="en-US" dirty="0" err="1"/>
              <a:t>dolecta</a:t>
            </a:r>
            <a:r>
              <a:rPr lang="en-US" dirty="0"/>
              <a:t> </a:t>
            </a:r>
            <a:r>
              <a:rPr lang="en-US" dirty="0" err="1"/>
              <a:t>tiusam</a:t>
            </a:r>
            <a:r>
              <a:rPr lang="en-US" dirty="0"/>
              <a:t> </a:t>
            </a:r>
            <a:r>
              <a:rPr lang="en-US" dirty="0" err="1"/>
              <a:t>esto</a:t>
            </a:r>
            <a:r>
              <a:rPr lang="en-US" dirty="0"/>
              <a:t> </a:t>
            </a:r>
            <a:r>
              <a:rPr lang="en-US" dirty="0" err="1"/>
              <a:t>eos</a:t>
            </a:r>
            <a:r>
              <a:rPr lang="en-US" dirty="0"/>
              <a:t> </a:t>
            </a:r>
            <a:r>
              <a:rPr lang="en-US" dirty="0" err="1"/>
              <a:t>delit</a:t>
            </a:r>
            <a:r>
              <a:rPr lang="en-US" dirty="0"/>
              <a:t>, at. </a:t>
            </a:r>
            <a:r>
              <a:rPr lang="en-US" dirty="0" err="1"/>
              <a:t>Haria</a:t>
            </a:r>
            <a:r>
              <a:rPr lang="en-US" dirty="0"/>
              <a:t> dis </a:t>
            </a:r>
            <a:r>
              <a:rPr lang="en-US" dirty="0" err="1"/>
              <a:t>eum</a:t>
            </a:r>
            <a:r>
              <a:rPr lang="en-US" dirty="0"/>
              <a:t> a </a:t>
            </a:r>
            <a:r>
              <a:rPr lang="en-US" dirty="0" err="1"/>
              <a:t>sitibus</a:t>
            </a:r>
            <a:r>
              <a:rPr lang="en-US" dirty="0"/>
              <a:t> </a:t>
            </a:r>
            <a:r>
              <a:rPr lang="en-US" dirty="0" err="1"/>
              <a:t>volorib</a:t>
            </a:r>
            <a:r>
              <a:rPr lang="en-US" dirty="0"/>
              <a:t> </a:t>
            </a:r>
            <a:r>
              <a:rPr lang="en-US" dirty="0" err="1"/>
              <a:t>usapere</a:t>
            </a:r>
            <a:r>
              <a:rPr lang="en-US" dirty="0"/>
              <a:t> </a:t>
            </a:r>
            <a:r>
              <a:rPr lang="en-US" dirty="0" err="1"/>
              <a:t>nonse</a:t>
            </a:r>
            <a:r>
              <a:rPr lang="en-US" dirty="0"/>
              <a:t> </a:t>
            </a:r>
            <a:r>
              <a:rPr lang="en-US" dirty="0" err="1"/>
              <a:t>cullit</a:t>
            </a:r>
            <a:r>
              <a:rPr lang="en-US" dirty="0"/>
              <a:t> </a:t>
            </a:r>
            <a:r>
              <a:rPr lang="en-US" dirty="0" err="1"/>
              <a:t>iditatquam</a:t>
            </a:r>
            <a:r>
              <a:rPr lang="en-US" dirty="0"/>
              <a:t> </a:t>
            </a:r>
            <a:r>
              <a:rPr lang="en-US" dirty="0" err="1"/>
              <a:t>hil</a:t>
            </a:r>
            <a:r>
              <a:rPr lang="en-US" dirty="0"/>
              <a:t> </a:t>
            </a:r>
            <a:r>
              <a:rPr lang="en-US" dirty="0" err="1"/>
              <a:t>mincius</a:t>
            </a:r>
            <a:r>
              <a:rPr lang="en-US" dirty="0"/>
              <a:t> </a:t>
            </a:r>
            <a:r>
              <a:rPr lang="en-US" dirty="0" err="1"/>
              <a:t>ea</a:t>
            </a:r>
            <a:r>
              <a:rPr lang="en-US" dirty="0"/>
              <a:t> debit </a:t>
            </a:r>
            <a:r>
              <a:rPr lang="en-US" dirty="0" err="1"/>
              <a:t>quae</a:t>
            </a:r>
            <a:r>
              <a:rPr lang="en-US" dirty="0"/>
              <a:t> </a:t>
            </a:r>
            <a:r>
              <a:rPr lang="en-US" dirty="0" err="1"/>
              <a:t>ipsuntius</a:t>
            </a:r>
            <a:r>
              <a:rPr lang="en-US" dirty="0"/>
              <a:t> </a:t>
            </a:r>
            <a:r>
              <a:rPr lang="en-US" dirty="0" err="1"/>
              <a:t>quideli</a:t>
            </a:r>
            <a:r>
              <a:rPr lang="en-US" dirty="0"/>
              <a:t> </a:t>
            </a:r>
            <a:r>
              <a:rPr lang="en-US" dirty="0" err="1"/>
              <a:t>tatiis</a:t>
            </a:r>
            <a:r>
              <a:rPr lang="en-US" dirty="0"/>
              <a:t> rem </a:t>
            </a:r>
            <a:r>
              <a:rPr lang="en-US" dirty="0" err="1"/>
              <a:t>restis</a:t>
            </a:r>
            <a:r>
              <a:rPr lang="en-US" dirty="0"/>
              <a:t> pro </a:t>
            </a:r>
            <a:r>
              <a:rPr lang="en-US" dirty="0" err="1"/>
              <a:t>ium</a:t>
            </a:r>
            <a:r>
              <a:rPr lang="en-US" dirty="0"/>
              <a:t> qui </a:t>
            </a:r>
            <a:r>
              <a:rPr lang="en-US" dirty="0" err="1"/>
              <a:t>ra</a:t>
            </a:r>
            <a:r>
              <a:rPr lang="en-US" dirty="0"/>
              <a:t> </a:t>
            </a:r>
            <a:r>
              <a:rPr lang="en-US" dirty="0" err="1"/>
              <a:t>debist</a:t>
            </a:r>
            <a:r>
              <a:rPr lang="en-US" dirty="0"/>
              <a:t> at </a:t>
            </a:r>
            <a:r>
              <a:rPr lang="en-US" dirty="0" err="1"/>
              <a:t>ilit</a:t>
            </a:r>
            <a:r>
              <a:rPr lang="en-US" dirty="0"/>
              <a:t> </a:t>
            </a:r>
            <a:r>
              <a:rPr lang="en-US" dirty="0" err="1"/>
              <a:t>est</a:t>
            </a:r>
            <a:r>
              <a:rPr lang="en-US" dirty="0"/>
              <a:t>, </a:t>
            </a:r>
            <a:r>
              <a:rPr lang="en-US" dirty="0" err="1"/>
              <a:t>cus</a:t>
            </a:r>
            <a:r>
              <a:rPr lang="en-US" dirty="0"/>
              <a:t> </a:t>
            </a:r>
            <a:r>
              <a:rPr lang="en-US" dirty="0" err="1"/>
              <a:t>invenim</a:t>
            </a:r>
            <a:r>
              <a:rPr lang="en-US" dirty="0"/>
              <a:t> </a:t>
            </a:r>
            <a:r>
              <a:rPr lang="en-US" dirty="0" err="1"/>
              <a:t>laborro</a:t>
            </a:r>
            <a:r>
              <a:rPr lang="en-US" dirty="0"/>
              <a:t> </a:t>
            </a:r>
            <a:r>
              <a:rPr lang="en-US" dirty="0" err="1"/>
              <a:t>tem</a:t>
            </a:r>
            <a:r>
              <a:rPr lang="en-US" dirty="0"/>
              <a:t> </a:t>
            </a:r>
            <a:r>
              <a:rPr lang="en-US" dirty="0" err="1"/>
              <a:t>rectiissunt</a:t>
            </a:r>
            <a:r>
              <a:rPr lang="en-US" dirty="0"/>
              <a:t> et, </a:t>
            </a:r>
            <a:r>
              <a:rPr lang="en-US" dirty="0" err="1"/>
              <a:t>nos</a:t>
            </a:r>
            <a:r>
              <a:rPr lang="en-US" dirty="0"/>
              <a:t> </a:t>
            </a:r>
            <a:r>
              <a:rPr lang="en-US" dirty="0" err="1"/>
              <a:t>doloratia</a:t>
            </a:r>
            <a:r>
              <a:rPr lang="en-US" dirty="0"/>
              <a:t> et </a:t>
            </a:r>
            <a:r>
              <a:rPr lang="en-US" dirty="0" err="1"/>
              <a:t>opta</a:t>
            </a:r>
            <a:r>
              <a:rPr lang="en-US" dirty="0"/>
              <a:t> dis </a:t>
            </a:r>
            <a:r>
              <a:rPr lang="en-US" dirty="0" err="1"/>
              <a:t>aut</a:t>
            </a:r>
            <a:r>
              <a:rPr lang="en-US" dirty="0"/>
              <a:t> </a:t>
            </a:r>
            <a:r>
              <a:rPr lang="en-US" dirty="0" err="1"/>
              <a:t>modis</a:t>
            </a:r>
            <a:r>
              <a:rPr lang="en-US" dirty="0"/>
              <a:t> </a:t>
            </a:r>
            <a:r>
              <a:rPr lang="en-US" dirty="0" err="1"/>
              <a:t>rerat</a:t>
            </a:r>
            <a:r>
              <a:rPr lang="en-US" dirty="0"/>
              <a:t> </a:t>
            </a:r>
            <a:r>
              <a:rPr lang="en-US" dirty="0" err="1"/>
              <a:t>oditatu</a:t>
            </a:r>
            <a:r>
              <a:rPr lang="en-US" dirty="0"/>
              <a:t> </a:t>
            </a:r>
            <a:r>
              <a:rPr lang="en-US" dirty="0" err="1"/>
              <a:t>reseque</a:t>
            </a:r>
            <a:r>
              <a:rPr lang="en-US" dirty="0"/>
              <a:t> </a:t>
            </a:r>
            <a:r>
              <a:rPr lang="en-US" dirty="0" err="1"/>
              <a:t>nisque</a:t>
            </a:r>
            <a:r>
              <a:rPr lang="en-US" dirty="0"/>
              <a:t> rem </a:t>
            </a:r>
            <a:r>
              <a:rPr lang="en-US" dirty="0" err="1"/>
              <a:t>rempores</a:t>
            </a:r>
            <a:r>
              <a:rPr lang="en-US" dirty="0"/>
              <a:t>. </a:t>
            </a:r>
            <a:r>
              <a:rPr lang="en-US" dirty="0" err="1"/>
              <a:t>Anduntus</a:t>
            </a:r>
            <a:r>
              <a:rPr lang="en-US" dirty="0"/>
              <a:t> </a:t>
            </a:r>
            <a:r>
              <a:rPr lang="en-US" dirty="0" err="1"/>
              <a:t>dolecta</a:t>
            </a:r>
            <a:r>
              <a:rPr lang="en-US" dirty="0"/>
              <a:t> </a:t>
            </a:r>
            <a:r>
              <a:rPr lang="en-US" dirty="0" err="1"/>
              <a:t>tiusam</a:t>
            </a:r>
            <a:r>
              <a:rPr lang="en-US" dirty="0"/>
              <a:t> </a:t>
            </a:r>
            <a:r>
              <a:rPr lang="en-US" dirty="0" err="1"/>
              <a:t>esto</a:t>
            </a:r>
            <a:r>
              <a:rPr lang="en-US" dirty="0"/>
              <a:t> </a:t>
            </a:r>
            <a:r>
              <a:rPr lang="en-US" dirty="0" err="1"/>
              <a:t>eos</a:t>
            </a:r>
            <a:r>
              <a:rPr lang="en-US" dirty="0"/>
              <a:t> </a:t>
            </a:r>
            <a:r>
              <a:rPr lang="en-US" dirty="0" err="1"/>
              <a:t>delit</a:t>
            </a:r>
            <a:r>
              <a:rPr lang="en-US" dirty="0"/>
              <a:t>, at. </a:t>
            </a:r>
            <a:r>
              <a:rPr lang="en-US" dirty="0" err="1"/>
              <a:t>Haria</a:t>
            </a:r>
            <a:r>
              <a:rPr lang="en-US" dirty="0"/>
              <a:t> dis </a:t>
            </a:r>
            <a:r>
              <a:rPr lang="en-US" dirty="0" err="1"/>
              <a:t>eum</a:t>
            </a:r>
            <a:r>
              <a:rPr lang="en-US" dirty="0"/>
              <a:t> a </a:t>
            </a:r>
            <a:r>
              <a:rPr lang="en-US" dirty="0" err="1"/>
              <a:t>sitibus</a:t>
            </a:r>
            <a:r>
              <a:rPr lang="en-US" dirty="0"/>
              <a:t> </a:t>
            </a:r>
            <a:r>
              <a:rPr lang="en-US" dirty="0" err="1"/>
              <a:t>volorib</a:t>
            </a:r>
            <a:r>
              <a:rPr lang="en-US" dirty="0"/>
              <a:t> </a:t>
            </a:r>
            <a:r>
              <a:rPr lang="en-US" dirty="0" err="1"/>
              <a:t>usapere</a:t>
            </a:r>
            <a:r>
              <a:rPr lang="en-US" dirty="0"/>
              <a:t> </a:t>
            </a:r>
            <a:r>
              <a:rPr lang="en-US" dirty="0" err="1"/>
              <a:t>nonse</a:t>
            </a:r>
            <a:r>
              <a:rPr lang="en-US" dirty="0"/>
              <a:t> </a:t>
            </a:r>
            <a:r>
              <a:rPr lang="en-US" dirty="0" err="1"/>
              <a:t>cullit</a:t>
            </a:r>
            <a:r>
              <a:rPr lang="en-US" dirty="0"/>
              <a:t> </a:t>
            </a:r>
            <a:r>
              <a:rPr lang="en-US" dirty="0" err="1"/>
              <a:t>iditatquam</a:t>
            </a:r>
            <a:r>
              <a:rPr lang="en-US" dirty="0"/>
              <a:t> </a:t>
            </a:r>
            <a:r>
              <a:rPr lang="en-US" dirty="0" err="1"/>
              <a:t>hil</a:t>
            </a:r>
            <a:r>
              <a:rPr lang="en-US" dirty="0"/>
              <a:t> </a:t>
            </a:r>
            <a:r>
              <a:rPr lang="en-US" dirty="0" err="1"/>
              <a:t>mincius</a:t>
            </a:r>
            <a:r>
              <a:rPr lang="en-US" dirty="0"/>
              <a:t> </a:t>
            </a:r>
            <a:r>
              <a:rPr lang="en-US" dirty="0" err="1"/>
              <a:t>ea</a:t>
            </a:r>
            <a:r>
              <a:rPr lang="en-US" dirty="0"/>
              <a:t> debit </a:t>
            </a:r>
            <a:r>
              <a:rPr lang="en-US" dirty="0" err="1"/>
              <a:t>quae</a:t>
            </a:r>
            <a:r>
              <a:rPr lang="en-US" dirty="0"/>
              <a:t> sit.</a:t>
            </a:r>
          </a:p>
        </p:txBody>
      </p:sp>
    </p:spTree>
    <p:extLst>
      <p:ext uri="{BB962C8B-B14F-4D97-AF65-F5344CB8AC3E}">
        <p14:creationId xmlns:p14="http://schemas.microsoft.com/office/powerpoint/2010/main" val="3301746819"/>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 option 3">
    <p:spTree>
      <p:nvGrpSpPr>
        <p:cNvPr id="1" name=""/>
        <p:cNvGrpSpPr/>
        <p:nvPr/>
      </p:nvGrpSpPr>
      <p:grpSpPr>
        <a:xfrm>
          <a:off x="0" y="0"/>
          <a:ext cx="0" cy="0"/>
          <a:chOff x="0" y="0"/>
          <a:chExt cx="0" cy="0"/>
        </a:xfrm>
      </p:grpSpPr>
      <p:sp>
        <p:nvSpPr>
          <p:cNvPr id="3" name="Rectangle 2"/>
          <p:cNvSpPr/>
          <p:nvPr userDrawn="1"/>
        </p:nvSpPr>
        <p:spPr bwMode="auto">
          <a:xfrm>
            <a:off x="465135" y="1631569"/>
            <a:ext cx="3690939" cy="3191256"/>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6" name="Content Placeholder 15"/>
          <p:cNvSpPr>
            <a:spLocks noGrp="1"/>
          </p:cNvSpPr>
          <p:nvPr>
            <p:ph sz="quarter" idx="17" hasCustomPrompt="1"/>
          </p:nvPr>
        </p:nvSpPr>
        <p:spPr>
          <a:xfrm>
            <a:off x="933450" y="1997075"/>
            <a:ext cx="2752725" cy="2459482"/>
          </a:xfrm>
        </p:spPr>
        <p:txBody>
          <a:bodyPr>
            <a:noAutofit/>
          </a:bodyPr>
          <a:lstStyle>
            <a:lvl1pPr marL="0" indent="0">
              <a:buNone/>
              <a:defRPr sz="2000"/>
            </a:lvl1pPr>
          </a:lstStyle>
          <a:p>
            <a:pPr lvl="0"/>
            <a:r>
              <a:rPr lang="en-US" dirty="0"/>
              <a:t>Picture</a:t>
            </a:r>
          </a:p>
        </p:txBody>
      </p:sp>
      <p:sp>
        <p:nvSpPr>
          <p:cNvPr id="6" name="Rectangle 5"/>
          <p:cNvSpPr/>
          <p:nvPr userDrawn="1"/>
        </p:nvSpPr>
        <p:spPr bwMode="auto">
          <a:xfrm>
            <a:off x="4389438" y="1631569"/>
            <a:ext cx="3690939" cy="3191256"/>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7"/>
          <p:cNvSpPr/>
          <p:nvPr userDrawn="1"/>
        </p:nvSpPr>
        <p:spPr bwMode="auto">
          <a:xfrm>
            <a:off x="8307386" y="1631569"/>
            <a:ext cx="3690939" cy="3191256"/>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rgbClr val="2F2F2F"/>
                </a:solidFill>
              </a:defRPr>
            </a:lvl1pPr>
          </a:lstStyle>
          <a:p>
            <a:r>
              <a:rPr lang="en-US" dirty="0"/>
              <a:t>Text option 3: three columns images and text</a:t>
            </a:r>
          </a:p>
        </p:txBody>
      </p:sp>
      <p:sp>
        <p:nvSpPr>
          <p:cNvPr id="5" name="Text Placeholder 4"/>
          <p:cNvSpPr>
            <a:spLocks noGrp="1"/>
          </p:cNvSpPr>
          <p:nvPr>
            <p:ph type="body" sz="quarter" idx="11" hasCustomPrompt="1"/>
          </p:nvPr>
        </p:nvSpPr>
        <p:spPr>
          <a:xfrm>
            <a:off x="465138" y="5026024"/>
            <a:ext cx="3690937" cy="1209675"/>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a:t>
            </a:r>
            <a:r>
              <a:rPr lang="en-US" dirty="0"/>
              <a:t>, </a:t>
            </a:r>
            <a:r>
              <a:rPr lang="en-US" dirty="0" err="1"/>
              <a:t>omnimusdae</a:t>
            </a:r>
            <a:r>
              <a:rPr lang="en-US" dirty="0"/>
              <a:t>. </a:t>
            </a:r>
            <a:r>
              <a:rPr lang="en-US" dirty="0" err="1"/>
              <a:t>Boribus</a:t>
            </a:r>
            <a:r>
              <a:rPr lang="en-US" dirty="0"/>
              <a:t> </a:t>
            </a:r>
            <a:r>
              <a:rPr lang="en-US" dirty="0" err="1"/>
              <a:t>sinctius</a:t>
            </a:r>
            <a:r>
              <a:rPr lang="en-US" dirty="0"/>
              <a:t> </a:t>
            </a:r>
            <a:r>
              <a:rPr lang="en-US" dirty="0" err="1"/>
              <a:t>nimaxime</a:t>
            </a:r>
            <a:r>
              <a:rPr lang="en-US" dirty="0"/>
              <a:t> sit et </a:t>
            </a:r>
            <a:r>
              <a:rPr lang="en-US" dirty="0" err="1"/>
              <a:t>nonsequibus</a:t>
            </a:r>
            <a:r>
              <a:rPr lang="en-US" dirty="0"/>
              <a:t> </a:t>
            </a:r>
            <a:r>
              <a:rPr lang="en-US" dirty="0" err="1"/>
              <a:t>dollendis</a:t>
            </a:r>
            <a:r>
              <a:rPr lang="en-US" dirty="0"/>
              <a:t> as </a:t>
            </a:r>
            <a:r>
              <a:rPr lang="en-US" dirty="0" err="1"/>
              <a:t>autestiatur</a:t>
            </a:r>
            <a:r>
              <a:rPr lang="en-US" dirty="0"/>
              <a:t>.</a:t>
            </a:r>
          </a:p>
        </p:txBody>
      </p:sp>
      <p:sp>
        <p:nvSpPr>
          <p:cNvPr id="9" name="Text Placeholder 4"/>
          <p:cNvSpPr>
            <a:spLocks noGrp="1"/>
          </p:cNvSpPr>
          <p:nvPr>
            <p:ph type="body" sz="quarter" idx="12" hasCustomPrompt="1"/>
          </p:nvPr>
        </p:nvSpPr>
        <p:spPr>
          <a:xfrm>
            <a:off x="4386263" y="5026024"/>
            <a:ext cx="3690937" cy="1209675"/>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a:t>
            </a:r>
            <a:r>
              <a:rPr lang="en-US" dirty="0"/>
              <a:t>, </a:t>
            </a:r>
            <a:r>
              <a:rPr lang="en-US" dirty="0" err="1"/>
              <a:t>omnimusdae</a:t>
            </a:r>
            <a:r>
              <a:rPr lang="en-US" dirty="0"/>
              <a:t>. </a:t>
            </a:r>
            <a:r>
              <a:rPr lang="en-US" dirty="0" err="1"/>
              <a:t>Boribus</a:t>
            </a:r>
            <a:r>
              <a:rPr lang="en-US" dirty="0"/>
              <a:t> </a:t>
            </a:r>
            <a:r>
              <a:rPr lang="en-US" dirty="0" err="1"/>
              <a:t>sinctius</a:t>
            </a:r>
            <a:r>
              <a:rPr lang="en-US" dirty="0"/>
              <a:t> </a:t>
            </a:r>
            <a:r>
              <a:rPr lang="en-US" dirty="0" err="1"/>
              <a:t>nimaxime</a:t>
            </a:r>
            <a:r>
              <a:rPr lang="en-US" dirty="0"/>
              <a:t> sit et </a:t>
            </a:r>
            <a:r>
              <a:rPr lang="en-US" dirty="0" err="1"/>
              <a:t>nonsequibus</a:t>
            </a:r>
            <a:r>
              <a:rPr lang="en-US" dirty="0"/>
              <a:t> </a:t>
            </a:r>
            <a:r>
              <a:rPr lang="en-US" dirty="0" err="1"/>
              <a:t>dollendis</a:t>
            </a:r>
            <a:r>
              <a:rPr lang="en-US" dirty="0"/>
              <a:t> as </a:t>
            </a:r>
            <a:r>
              <a:rPr lang="en-US" dirty="0" err="1"/>
              <a:t>autestiatur</a:t>
            </a:r>
            <a:r>
              <a:rPr lang="en-US" dirty="0"/>
              <a:t>.</a:t>
            </a:r>
          </a:p>
        </p:txBody>
      </p:sp>
      <p:sp>
        <p:nvSpPr>
          <p:cNvPr id="10" name="Text Placeholder 4"/>
          <p:cNvSpPr>
            <a:spLocks noGrp="1"/>
          </p:cNvSpPr>
          <p:nvPr>
            <p:ph type="body" sz="quarter" idx="13" hasCustomPrompt="1"/>
          </p:nvPr>
        </p:nvSpPr>
        <p:spPr>
          <a:xfrm>
            <a:off x="8307388" y="5026024"/>
            <a:ext cx="3690937" cy="1209675"/>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a:t>
            </a:r>
            <a:r>
              <a:rPr lang="en-US" dirty="0"/>
              <a:t>, </a:t>
            </a:r>
            <a:r>
              <a:rPr lang="en-US" dirty="0" err="1"/>
              <a:t>omnimusdae</a:t>
            </a:r>
            <a:r>
              <a:rPr lang="en-US" dirty="0"/>
              <a:t>. </a:t>
            </a:r>
            <a:r>
              <a:rPr lang="en-US" dirty="0" err="1"/>
              <a:t>Boribus</a:t>
            </a:r>
            <a:r>
              <a:rPr lang="en-US" dirty="0"/>
              <a:t> </a:t>
            </a:r>
            <a:r>
              <a:rPr lang="en-US" dirty="0" err="1"/>
              <a:t>sinctius</a:t>
            </a:r>
            <a:r>
              <a:rPr lang="en-US" dirty="0"/>
              <a:t> </a:t>
            </a:r>
            <a:r>
              <a:rPr lang="en-US" dirty="0" err="1"/>
              <a:t>nimaxime</a:t>
            </a:r>
            <a:r>
              <a:rPr lang="en-US" dirty="0"/>
              <a:t> sit et </a:t>
            </a:r>
            <a:r>
              <a:rPr lang="en-US" dirty="0" err="1"/>
              <a:t>nonsequibus</a:t>
            </a:r>
            <a:r>
              <a:rPr lang="en-US" dirty="0"/>
              <a:t> </a:t>
            </a:r>
            <a:r>
              <a:rPr lang="en-US" dirty="0" err="1"/>
              <a:t>dollendis</a:t>
            </a:r>
            <a:r>
              <a:rPr lang="en-US" dirty="0"/>
              <a:t> as </a:t>
            </a:r>
            <a:r>
              <a:rPr lang="en-US" dirty="0" err="1"/>
              <a:t>autestiatur</a:t>
            </a:r>
            <a:r>
              <a:rPr lang="en-US" dirty="0"/>
              <a:t>.</a:t>
            </a:r>
          </a:p>
        </p:txBody>
      </p:sp>
      <p:sp>
        <p:nvSpPr>
          <p:cNvPr id="17" name="Content Placeholder 15"/>
          <p:cNvSpPr>
            <a:spLocks noGrp="1"/>
          </p:cNvSpPr>
          <p:nvPr>
            <p:ph sz="quarter" idx="18" hasCustomPrompt="1"/>
          </p:nvPr>
        </p:nvSpPr>
        <p:spPr>
          <a:xfrm>
            <a:off x="4855368" y="1997075"/>
            <a:ext cx="2752725" cy="2459482"/>
          </a:xfrm>
        </p:spPr>
        <p:txBody>
          <a:bodyPr>
            <a:noAutofit/>
          </a:bodyPr>
          <a:lstStyle>
            <a:lvl1pPr marL="0" indent="0">
              <a:buNone/>
              <a:defRPr sz="2000"/>
            </a:lvl1pPr>
          </a:lstStyle>
          <a:p>
            <a:pPr lvl="0"/>
            <a:r>
              <a:rPr lang="en-US" dirty="0"/>
              <a:t>Picture</a:t>
            </a:r>
          </a:p>
        </p:txBody>
      </p:sp>
      <p:sp>
        <p:nvSpPr>
          <p:cNvPr id="18" name="Content Placeholder 15"/>
          <p:cNvSpPr>
            <a:spLocks noGrp="1"/>
          </p:cNvSpPr>
          <p:nvPr>
            <p:ph sz="quarter" idx="19" hasCustomPrompt="1"/>
          </p:nvPr>
        </p:nvSpPr>
        <p:spPr>
          <a:xfrm>
            <a:off x="8777286" y="1997075"/>
            <a:ext cx="2752725" cy="2459482"/>
          </a:xfrm>
        </p:spPr>
        <p:txBody>
          <a:bodyPr>
            <a:noAutofit/>
          </a:bodyPr>
          <a:lstStyle>
            <a:lvl1pPr marL="0" indent="0">
              <a:buNone/>
              <a:defRPr sz="2000"/>
            </a:lvl1pPr>
          </a:lstStyle>
          <a:p>
            <a:pPr lvl="0"/>
            <a:r>
              <a:rPr lang="en-US" dirty="0"/>
              <a:t>Picture</a:t>
            </a:r>
          </a:p>
        </p:txBody>
      </p:sp>
    </p:spTree>
    <p:extLst>
      <p:ext uri="{BB962C8B-B14F-4D97-AF65-F5344CB8AC3E}">
        <p14:creationId xmlns:p14="http://schemas.microsoft.com/office/powerpoint/2010/main" val="785199377"/>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option 4">
    <p:spTree>
      <p:nvGrpSpPr>
        <p:cNvPr id="1" name=""/>
        <p:cNvGrpSpPr/>
        <p:nvPr/>
      </p:nvGrpSpPr>
      <p:grpSpPr>
        <a:xfrm>
          <a:off x="0" y="0"/>
          <a:ext cx="0" cy="0"/>
          <a:chOff x="0" y="0"/>
          <a:chExt cx="0" cy="0"/>
        </a:xfrm>
      </p:grpSpPr>
      <p:sp>
        <p:nvSpPr>
          <p:cNvPr id="24" name="Content Placeholder 15"/>
          <p:cNvSpPr>
            <a:spLocks noGrp="1"/>
          </p:cNvSpPr>
          <p:nvPr>
            <p:ph sz="quarter" idx="25" hasCustomPrompt="1"/>
          </p:nvPr>
        </p:nvSpPr>
        <p:spPr>
          <a:xfrm>
            <a:off x="465139" y="2178680"/>
            <a:ext cx="1727200" cy="1042035"/>
          </a:xfrm>
        </p:spPr>
        <p:txBody>
          <a:bodyPr>
            <a:noAutofit/>
          </a:bodyPr>
          <a:lstStyle>
            <a:lvl1pPr marL="0" indent="0">
              <a:buNone/>
              <a:defRPr sz="2000"/>
            </a:lvl1pPr>
          </a:lstStyle>
          <a:p>
            <a:pPr lvl="0"/>
            <a:r>
              <a:rPr lang="en-US" dirty="0"/>
              <a:t>Picture</a:t>
            </a:r>
          </a:p>
        </p:txBody>
      </p:sp>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rgbClr val="2F2F2F"/>
                </a:solidFill>
              </a:defRPr>
            </a:lvl1pPr>
          </a:lstStyle>
          <a:p>
            <a:r>
              <a:rPr lang="en-US" dirty="0"/>
              <a:t>Text option 4: six columns (numbered list)</a:t>
            </a:r>
          </a:p>
        </p:txBody>
      </p:sp>
      <p:sp>
        <p:nvSpPr>
          <p:cNvPr id="5" name="Text Placeholder 4"/>
          <p:cNvSpPr>
            <a:spLocks noGrp="1"/>
          </p:cNvSpPr>
          <p:nvPr>
            <p:ph type="body" sz="quarter" idx="11" hasCustomPrompt="1"/>
          </p:nvPr>
        </p:nvSpPr>
        <p:spPr>
          <a:xfrm>
            <a:off x="465139" y="3230880"/>
            <a:ext cx="1727200" cy="2834109"/>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14" name="Text Placeholder 4"/>
          <p:cNvSpPr>
            <a:spLocks noGrp="1"/>
          </p:cNvSpPr>
          <p:nvPr>
            <p:ph type="body" sz="quarter" idx="15" hasCustomPrompt="1"/>
          </p:nvPr>
        </p:nvSpPr>
        <p:spPr>
          <a:xfrm>
            <a:off x="2426019" y="3230880"/>
            <a:ext cx="1727200" cy="2817053"/>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16" name="Text Placeholder 4"/>
          <p:cNvSpPr>
            <a:spLocks noGrp="1"/>
          </p:cNvSpPr>
          <p:nvPr>
            <p:ph type="body" sz="quarter" idx="17" hasCustomPrompt="1"/>
          </p:nvPr>
        </p:nvSpPr>
        <p:spPr>
          <a:xfrm>
            <a:off x="4386899" y="3230880"/>
            <a:ext cx="1727200" cy="2817053"/>
          </a:xfrm>
        </p:spPr>
        <p:txBody>
          <a:bodyPr lIns="0" tIns="0" rIns="0" bIns="0"/>
          <a:lstStyle>
            <a:lvl1pPr marL="0" marR="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18" name="Text Placeholder 4"/>
          <p:cNvSpPr>
            <a:spLocks noGrp="1"/>
          </p:cNvSpPr>
          <p:nvPr>
            <p:ph type="body" sz="quarter" idx="19" hasCustomPrompt="1"/>
          </p:nvPr>
        </p:nvSpPr>
        <p:spPr>
          <a:xfrm>
            <a:off x="6347779" y="3230880"/>
            <a:ext cx="1727200" cy="2817053"/>
          </a:xfrm>
        </p:spPr>
        <p:txBody>
          <a:bodyPr lIns="0" tIns="0" rIns="0" bIns="0"/>
          <a:lstStyle>
            <a:lvl1pPr marL="0" marR="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20" name="Text Placeholder 4"/>
          <p:cNvSpPr>
            <a:spLocks noGrp="1"/>
          </p:cNvSpPr>
          <p:nvPr>
            <p:ph type="body" sz="quarter" idx="21" hasCustomPrompt="1"/>
          </p:nvPr>
        </p:nvSpPr>
        <p:spPr>
          <a:xfrm>
            <a:off x="8308659" y="3230880"/>
            <a:ext cx="1727200" cy="2817053"/>
          </a:xfrm>
        </p:spPr>
        <p:txBody>
          <a:bodyPr lIns="0" tIns="0" rIns="0" bIns="0"/>
          <a:lstStyle>
            <a:lvl1pPr marL="0" marR="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22" name="Text Placeholder 4"/>
          <p:cNvSpPr>
            <a:spLocks noGrp="1"/>
          </p:cNvSpPr>
          <p:nvPr>
            <p:ph type="body" sz="quarter" idx="23" hasCustomPrompt="1"/>
          </p:nvPr>
        </p:nvSpPr>
        <p:spPr>
          <a:xfrm>
            <a:off x="10269538" y="3230880"/>
            <a:ext cx="1727200" cy="2817053"/>
          </a:xfrm>
        </p:spPr>
        <p:txBody>
          <a:bodyPr lIns="0" tIns="0" rIns="0" bIns="0"/>
          <a:lstStyle>
            <a:lvl1pPr marL="0" marR="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25" name="Content Placeholder 15"/>
          <p:cNvSpPr>
            <a:spLocks noGrp="1"/>
          </p:cNvSpPr>
          <p:nvPr>
            <p:ph sz="quarter" idx="26" hasCustomPrompt="1"/>
          </p:nvPr>
        </p:nvSpPr>
        <p:spPr>
          <a:xfrm>
            <a:off x="2426019" y="2178680"/>
            <a:ext cx="1727200" cy="1042035"/>
          </a:xfrm>
        </p:spPr>
        <p:txBody>
          <a:bodyPr>
            <a:noAutofit/>
          </a:bodyPr>
          <a:lstStyle>
            <a:lvl1pPr marL="0" indent="0">
              <a:buNone/>
              <a:defRPr sz="2000"/>
            </a:lvl1pPr>
          </a:lstStyle>
          <a:p>
            <a:pPr lvl="0"/>
            <a:r>
              <a:rPr lang="en-US" dirty="0"/>
              <a:t>Picture</a:t>
            </a:r>
          </a:p>
        </p:txBody>
      </p:sp>
      <p:sp>
        <p:nvSpPr>
          <p:cNvPr id="26" name="Content Placeholder 15"/>
          <p:cNvSpPr>
            <a:spLocks noGrp="1"/>
          </p:cNvSpPr>
          <p:nvPr>
            <p:ph sz="quarter" idx="27" hasCustomPrompt="1"/>
          </p:nvPr>
        </p:nvSpPr>
        <p:spPr>
          <a:xfrm>
            <a:off x="4386899" y="2178680"/>
            <a:ext cx="1727200" cy="1042035"/>
          </a:xfrm>
        </p:spPr>
        <p:txBody>
          <a:bodyPr>
            <a:noAutofit/>
          </a:bodyPr>
          <a:lstStyle>
            <a:lvl1pPr marL="0" indent="0">
              <a:buNone/>
              <a:defRPr sz="2000"/>
            </a:lvl1pPr>
          </a:lstStyle>
          <a:p>
            <a:pPr lvl="0"/>
            <a:r>
              <a:rPr lang="en-US" dirty="0"/>
              <a:t>Picture</a:t>
            </a:r>
          </a:p>
        </p:txBody>
      </p:sp>
      <p:sp>
        <p:nvSpPr>
          <p:cNvPr id="27" name="Content Placeholder 15"/>
          <p:cNvSpPr>
            <a:spLocks noGrp="1"/>
          </p:cNvSpPr>
          <p:nvPr>
            <p:ph sz="quarter" idx="28" hasCustomPrompt="1"/>
          </p:nvPr>
        </p:nvSpPr>
        <p:spPr>
          <a:xfrm>
            <a:off x="6347779" y="2178680"/>
            <a:ext cx="1727200" cy="1042035"/>
          </a:xfrm>
        </p:spPr>
        <p:txBody>
          <a:bodyPr>
            <a:noAutofit/>
          </a:bodyPr>
          <a:lstStyle>
            <a:lvl1pPr marL="0" indent="0">
              <a:buNone/>
              <a:defRPr sz="2000"/>
            </a:lvl1pPr>
          </a:lstStyle>
          <a:p>
            <a:pPr lvl="0"/>
            <a:r>
              <a:rPr lang="en-US" dirty="0"/>
              <a:t>Picture</a:t>
            </a:r>
          </a:p>
        </p:txBody>
      </p:sp>
      <p:sp>
        <p:nvSpPr>
          <p:cNvPr id="28" name="Content Placeholder 15"/>
          <p:cNvSpPr>
            <a:spLocks noGrp="1"/>
          </p:cNvSpPr>
          <p:nvPr>
            <p:ph sz="quarter" idx="29" hasCustomPrompt="1"/>
          </p:nvPr>
        </p:nvSpPr>
        <p:spPr>
          <a:xfrm>
            <a:off x="8308659" y="2178680"/>
            <a:ext cx="1727200" cy="1042035"/>
          </a:xfrm>
        </p:spPr>
        <p:txBody>
          <a:bodyPr>
            <a:noAutofit/>
          </a:bodyPr>
          <a:lstStyle>
            <a:lvl1pPr marL="0" indent="0">
              <a:buNone/>
              <a:defRPr sz="2000"/>
            </a:lvl1pPr>
          </a:lstStyle>
          <a:p>
            <a:pPr lvl="0"/>
            <a:r>
              <a:rPr lang="en-US" dirty="0"/>
              <a:t>Picture</a:t>
            </a:r>
          </a:p>
        </p:txBody>
      </p:sp>
      <p:sp>
        <p:nvSpPr>
          <p:cNvPr id="29" name="Content Placeholder 15"/>
          <p:cNvSpPr>
            <a:spLocks noGrp="1"/>
          </p:cNvSpPr>
          <p:nvPr>
            <p:ph sz="quarter" idx="30" hasCustomPrompt="1"/>
          </p:nvPr>
        </p:nvSpPr>
        <p:spPr>
          <a:xfrm>
            <a:off x="10269538" y="2178680"/>
            <a:ext cx="1727200" cy="1042035"/>
          </a:xfrm>
        </p:spPr>
        <p:txBody>
          <a:bodyPr>
            <a:noAutofit/>
          </a:bodyPr>
          <a:lstStyle>
            <a:lvl1pPr marL="0" indent="0">
              <a:buNone/>
              <a:defRPr sz="2000"/>
            </a:lvl1pPr>
          </a:lstStyle>
          <a:p>
            <a:pPr lvl="0"/>
            <a:r>
              <a:rPr lang="en-US" dirty="0"/>
              <a:t>Picture</a:t>
            </a:r>
          </a:p>
        </p:txBody>
      </p:sp>
    </p:spTree>
    <p:extLst>
      <p:ext uri="{BB962C8B-B14F-4D97-AF65-F5344CB8AC3E}">
        <p14:creationId xmlns:p14="http://schemas.microsoft.com/office/powerpoint/2010/main" val="3699272733"/>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strike="noStrike">
                <a:solidFill>
                  <a:srgbClr val="2F2F2F"/>
                </a:solidFill>
              </a:defRPr>
            </a:lvl1pPr>
          </a:lstStyle>
          <a:p>
            <a:r>
              <a:rPr lang="en-US" dirty="0"/>
              <a:t>Title</a:t>
            </a:r>
          </a:p>
        </p:txBody>
      </p:sp>
    </p:spTree>
    <p:extLst>
      <p:ext uri="{BB962C8B-B14F-4D97-AF65-F5344CB8AC3E}">
        <p14:creationId xmlns:p14="http://schemas.microsoft.com/office/powerpoint/2010/main" val="3832563861"/>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title 1">
    <p:bg>
      <p:bgPr>
        <a:solidFill>
          <a:schemeClr val="tx2"/>
        </a:solidFill>
        <a:effectLst/>
      </p:bgPr>
    </p:bg>
    <p:spTree>
      <p:nvGrpSpPr>
        <p:cNvPr id="1" name=""/>
        <p:cNvGrpSpPr/>
        <p:nvPr/>
      </p:nvGrpSpPr>
      <p:grpSpPr>
        <a:xfrm>
          <a:off x="0" y="0"/>
          <a:ext cx="0" cy="0"/>
          <a:chOff x="0" y="0"/>
          <a:chExt cx="0" cy="0"/>
        </a:xfrm>
      </p:grpSpPr>
      <p:sp>
        <p:nvSpPr>
          <p:cNvPr id="36" name="Title 35"/>
          <p:cNvSpPr>
            <a:spLocks noGrp="1"/>
          </p:cNvSpPr>
          <p:nvPr>
            <p:ph type="title" hasCustomPrompt="1"/>
          </p:nvPr>
        </p:nvSpPr>
        <p:spPr>
          <a:xfrm>
            <a:off x="465138" y="899477"/>
            <a:ext cx="7604124" cy="3629025"/>
          </a:xfrm>
          <a:noFill/>
        </p:spPr>
        <p:txBody>
          <a:bodyPr vert="horz" wrap="square" lIns="0" tIns="0" rIns="0" bIns="0" rtlCol="0" anchor="t" anchorCtr="0">
            <a:noAutofit/>
          </a:bodyPr>
          <a:lstStyle>
            <a:lvl1pPr>
              <a:defRPr lang="en-US" sz="5400" spc="-150" dirty="0">
                <a:solidFill>
                  <a:schemeClr val="bg1"/>
                </a:solidFill>
              </a:defRPr>
            </a:lvl1pPr>
          </a:lstStyle>
          <a:p>
            <a:pPr marL="0" lvl="0">
              <a:lnSpc>
                <a:spcPts val="5600"/>
              </a:lnSpc>
            </a:pPr>
            <a:r>
              <a:rPr lang="en-US" dirty="0"/>
              <a:t>Section title</a:t>
            </a:r>
          </a:p>
        </p:txBody>
      </p:sp>
    </p:spTree>
    <p:extLst>
      <p:ext uri="{BB962C8B-B14F-4D97-AF65-F5344CB8AC3E}">
        <p14:creationId xmlns:p14="http://schemas.microsoft.com/office/powerpoint/2010/main" val="16893455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chemeClr val="accent1"/>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465138" y="899477"/>
            <a:ext cx="7604124" cy="3629025"/>
          </a:xfrm>
          <a:noFill/>
        </p:spPr>
        <p:txBody>
          <a:bodyPr vert="horz" wrap="square" lIns="0" tIns="0" rIns="0" bIns="0" rtlCol="0" anchor="t" anchorCtr="0">
            <a:noAutofit/>
          </a:bodyPr>
          <a:lstStyle>
            <a:lvl1pPr>
              <a:defRPr lang="en-US" sz="5400" spc="-150" dirty="0">
                <a:solidFill>
                  <a:schemeClr val="tx2"/>
                </a:solidFill>
              </a:defRPr>
            </a:lvl1pPr>
          </a:lstStyle>
          <a:p>
            <a:pPr marL="0" lvl="0">
              <a:lnSpc>
                <a:spcPts val="5600"/>
              </a:lnSpc>
            </a:pPr>
            <a:r>
              <a:rPr lang="en-US" dirty="0"/>
              <a:t>Section title</a:t>
            </a:r>
          </a:p>
        </p:txBody>
      </p:sp>
    </p:spTree>
    <p:extLst>
      <p:ext uri="{BB962C8B-B14F-4D97-AF65-F5344CB8AC3E}">
        <p14:creationId xmlns:p14="http://schemas.microsoft.com/office/powerpoint/2010/main" val="4244373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title 3">
    <p:bg>
      <p:bgPr>
        <a:solidFill>
          <a:schemeClr val="bg1"/>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465138" y="899477"/>
            <a:ext cx="7604124" cy="3629025"/>
          </a:xfrm>
          <a:noFill/>
        </p:spPr>
        <p:txBody>
          <a:bodyPr vert="horz" wrap="square" lIns="0" tIns="0" rIns="0" bIns="0" rtlCol="0" anchor="t" anchorCtr="0">
            <a:noAutofit/>
          </a:bodyPr>
          <a:lstStyle>
            <a:lvl1pPr>
              <a:defRPr lang="en-US" sz="5400" spc="-150" dirty="0">
                <a:solidFill>
                  <a:schemeClr val="tx2"/>
                </a:solidFill>
              </a:defRPr>
            </a:lvl1pPr>
          </a:lstStyle>
          <a:p>
            <a:pPr marL="0" lvl="0">
              <a:lnSpc>
                <a:spcPts val="5600"/>
              </a:lnSpc>
            </a:pPr>
            <a:r>
              <a:rPr lang="en-US" dirty="0"/>
              <a:t>Section title</a:t>
            </a:r>
          </a:p>
        </p:txBody>
      </p:sp>
    </p:spTree>
    <p:extLst>
      <p:ext uri="{BB962C8B-B14F-4D97-AF65-F5344CB8AC3E}">
        <p14:creationId xmlns:p14="http://schemas.microsoft.com/office/powerpoint/2010/main" val="371503752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title photo">
    <p:spTree>
      <p:nvGrpSpPr>
        <p:cNvPr id="1" name=""/>
        <p:cNvGrpSpPr/>
        <p:nvPr/>
      </p:nvGrpSpPr>
      <p:grpSpPr>
        <a:xfrm>
          <a:off x="0" y="0"/>
          <a:ext cx="0" cy="0"/>
          <a:chOff x="0" y="0"/>
          <a:chExt cx="0" cy="0"/>
        </a:xfrm>
      </p:grpSpPr>
      <p:pic>
        <p:nvPicPr>
          <p:cNvPr id="8" name="Picture 7" descr="A picture containing indoor, wall, person, table&#10;&#10;Description generated with very high confidence">
            <a:extLst>
              <a:ext uri="{FF2B5EF4-FFF2-40B4-BE49-F238E27FC236}">
                <a16:creationId xmlns:a16="http://schemas.microsoft.com/office/drawing/2014/main" id="{B8A2D951-EDA6-4EFB-9752-5BDDC09A6E5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flipH="1">
            <a:off x="1942064" y="0"/>
            <a:ext cx="10494411" cy="6994525"/>
          </a:xfrm>
          <a:prstGeom prst="rect">
            <a:avLst/>
          </a:prstGeom>
        </p:spPr>
      </p:pic>
      <p:sp>
        <p:nvSpPr>
          <p:cNvPr id="4" name="Rectangle 3">
            <a:extLst>
              <a:ext uri="{FF2B5EF4-FFF2-40B4-BE49-F238E27FC236}">
                <a16:creationId xmlns:a16="http://schemas.microsoft.com/office/drawing/2014/main" id="{3C67E965-287F-42B7-813C-42EF173BF65D}"/>
              </a:ext>
            </a:extLst>
          </p:cNvPr>
          <p:cNvSpPr/>
          <p:nvPr userDrawn="1"/>
        </p:nvSpPr>
        <p:spPr bwMode="auto">
          <a:xfrm>
            <a:off x="0" y="-1"/>
            <a:ext cx="7940040" cy="6994525"/>
          </a:xfrm>
          <a:prstGeom prst="rect">
            <a:avLst/>
          </a:prstGeom>
          <a:gradFill>
            <a:gsLst>
              <a:gs pos="35000">
                <a:schemeClr val="tx2"/>
              </a:gs>
              <a:gs pos="100000">
                <a:schemeClr val="tx2">
                  <a:alpha val="0"/>
                </a:scheme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465138" y="899478"/>
            <a:ext cx="7604125" cy="2701925"/>
          </a:xfrm>
          <a:noFill/>
        </p:spPr>
        <p:txBody>
          <a:bodyPr wrap="square" lIns="0" tIns="0" rIns="0" bIns="0" anchor="t" anchorCtr="0">
            <a:noAutofit/>
          </a:bodyPr>
          <a:lstStyle>
            <a:lvl1pPr>
              <a:lnSpc>
                <a:spcPts val="5600"/>
              </a:lnSpc>
              <a:defRPr sz="5400" spc="-150" baseline="0">
                <a:solidFill>
                  <a:schemeClr val="bg2"/>
                </a:solidFill>
              </a:defRPr>
            </a:lvl1pPr>
          </a:lstStyle>
          <a:p>
            <a:r>
              <a:rPr lang="en-US" dirty="0"/>
              <a:t>Section title</a:t>
            </a:r>
          </a:p>
        </p:txBody>
      </p:sp>
    </p:spTree>
    <p:extLst>
      <p:ext uri="{BB962C8B-B14F-4D97-AF65-F5344CB8AC3E}">
        <p14:creationId xmlns:p14="http://schemas.microsoft.com/office/powerpoint/2010/main" val="2728849011"/>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hoto layout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5653087" cy="411162"/>
          </a:xfrm>
        </p:spPr>
        <p:txBody>
          <a:bodyPr wrap="square" lIns="0" tIns="0" rIns="0" bIns="0">
            <a:spAutoFit/>
          </a:bodyPr>
          <a:lstStyle>
            <a:lvl1pPr>
              <a:lnSpc>
                <a:spcPts val="3200"/>
              </a:lnSpc>
              <a:defRPr sz="2800">
                <a:solidFill>
                  <a:srgbClr val="2F2F2F"/>
                </a:solidFill>
              </a:defRPr>
            </a:lvl1pPr>
          </a:lstStyle>
          <a:p>
            <a:r>
              <a:rPr lang="en-US" dirty="0"/>
              <a:t>Photo layout 1</a:t>
            </a:r>
          </a:p>
        </p:txBody>
      </p:sp>
      <p:sp>
        <p:nvSpPr>
          <p:cNvPr id="4" name="Picture Placeholder 3"/>
          <p:cNvSpPr>
            <a:spLocks noGrp="1"/>
          </p:cNvSpPr>
          <p:nvPr>
            <p:ph type="pic" sz="quarter" idx="10"/>
          </p:nvPr>
        </p:nvSpPr>
        <p:spPr>
          <a:xfrm>
            <a:off x="6354763" y="0"/>
            <a:ext cx="6081712" cy="6994525"/>
          </a:xfrm>
          <a:blipFill dpi="0" rotWithShape="1">
            <a:blip r:embed="rId2" cstate="screen">
              <a:extLst>
                <a:ext uri="{28A0092B-C50C-407E-A947-70E740481C1C}">
                  <a14:useLocalDpi xmlns:a14="http://schemas.microsoft.com/office/drawing/2010/main"/>
                </a:ext>
              </a:extLst>
            </a:blip>
            <a:srcRect/>
            <a:tile tx="-1530350" ty="0" sx="66000" sy="66000" flip="none" algn="tl"/>
          </a:blipFill>
        </p:spPr>
        <p:txBody>
          <a:bodyPr anchor="ctr">
            <a:noAutofit/>
          </a:bodyPr>
          <a:lstStyle>
            <a:lvl1pPr marL="0" indent="0" algn="ctr">
              <a:buNone/>
              <a:defRPr>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2244901092"/>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hoto layout 2">
    <p:spTree>
      <p:nvGrpSpPr>
        <p:cNvPr id="1" name=""/>
        <p:cNvGrpSpPr/>
        <p:nvPr/>
      </p:nvGrpSpPr>
      <p:grpSpPr>
        <a:xfrm>
          <a:off x="0" y="0"/>
          <a:ext cx="0" cy="0"/>
          <a:chOff x="0" y="0"/>
          <a:chExt cx="0" cy="0"/>
        </a:xfrm>
      </p:grpSpPr>
      <p:sp>
        <p:nvSpPr>
          <p:cNvPr id="4" name="Picture Placeholder 3" title="Drag photo"/>
          <p:cNvSpPr>
            <a:spLocks noGrp="1"/>
          </p:cNvSpPr>
          <p:nvPr>
            <p:ph type="pic" sz="quarter" idx="10" hasCustomPrompt="1"/>
          </p:nvPr>
        </p:nvSpPr>
        <p:spPr>
          <a:xfrm>
            <a:off x="465138" y="2168525"/>
            <a:ext cx="2734056" cy="4371975"/>
          </a:xfrm>
          <a:blipFill dpi="0" rotWithShape="1">
            <a:blip r:embed="rId2" cstate="screen">
              <a:extLst>
                <a:ext uri="{28A0092B-C50C-407E-A947-70E740481C1C}">
                  <a14:useLocalDpi xmlns:a14="http://schemas.microsoft.com/office/drawing/2010/main"/>
                </a:ext>
              </a:extLst>
            </a:blip>
            <a:srcRect/>
            <a:stretch>
              <a:fillRect/>
            </a:stretch>
          </a:blipFill>
        </p:spPr>
        <p:txBody>
          <a:bodyPr anchor="t">
            <a:noAutofit/>
          </a:bodyPr>
          <a:lstStyle>
            <a:lvl1pPr marL="0" indent="0" algn="ctr">
              <a:buNone/>
              <a:defRPr sz="1800">
                <a:solidFill>
                  <a:schemeClr val="bg2"/>
                </a:solidFill>
              </a:defRPr>
            </a:lvl1pPr>
          </a:lstStyle>
          <a:p>
            <a:r>
              <a:rPr lang="en-US" dirty="0"/>
              <a:t>Drag photo here</a:t>
            </a:r>
          </a:p>
        </p:txBody>
      </p:sp>
      <p:sp>
        <p:nvSpPr>
          <p:cNvPr id="5" name="Picture Placeholder 3"/>
          <p:cNvSpPr>
            <a:spLocks noGrp="1"/>
          </p:cNvSpPr>
          <p:nvPr>
            <p:ph type="pic" sz="quarter" idx="11" hasCustomPrompt="1"/>
          </p:nvPr>
        </p:nvSpPr>
        <p:spPr>
          <a:xfrm>
            <a:off x="3397922" y="2168524"/>
            <a:ext cx="2734056" cy="4371975"/>
          </a:xfrm>
          <a:blipFill dpi="0" rotWithShape="1">
            <a:blip r:embed="rId3" cstate="screen">
              <a:extLst>
                <a:ext uri="{28A0092B-C50C-407E-A947-70E740481C1C}">
                  <a14:useLocalDpi xmlns:a14="http://schemas.microsoft.com/office/drawing/2010/main"/>
                </a:ext>
              </a:extLst>
            </a:blip>
            <a:srcRect/>
            <a:stretch>
              <a:fillRect/>
            </a:stretch>
          </a:blipFill>
        </p:spPr>
        <p:txBody>
          <a:bodyPr anchor="t">
            <a:noAutofit/>
          </a:bodyPr>
          <a:lstStyle>
            <a:lvl1pPr marL="0" indent="0" algn="ctr">
              <a:buNone/>
              <a:defRPr sz="1800">
                <a:solidFill>
                  <a:schemeClr val="bg2"/>
                </a:solidFill>
              </a:defRPr>
            </a:lvl1pPr>
          </a:lstStyle>
          <a:p>
            <a:r>
              <a:rPr lang="en-US" dirty="0"/>
              <a:t>Drag photo here</a:t>
            </a:r>
          </a:p>
        </p:txBody>
      </p:sp>
      <p:sp>
        <p:nvSpPr>
          <p:cNvPr id="6" name="Picture Placeholder 3"/>
          <p:cNvSpPr>
            <a:spLocks noGrp="1"/>
          </p:cNvSpPr>
          <p:nvPr>
            <p:ph type="pic" sz="quarter" idx="12" hasCustomPrompt="1"/>
          </p:nvPr>
        </p:nvSpPr>
        <p:spPr>
          <a:xfrm>
            <a:off x="9263490" y="2168524"/>
            <a:ext cx="2734056" cy="4371975"/>
          </a:xfrm>
          <a:blipFill dpi="0" rotWithShape="1">
            <a:blip r:embed="rId4" cstate="screen">
              <a:extLst>
                <a:ext uri="{28A0092B-C50C-407E-A947-70E740481C1C}">
                  <a14:useLocalDpi xmlns:a14="http://schemas.microsoft.com/office/drawing/2010/main"/>
                </a:ext>
              </a:extLst>
            </a:blip>
            <a:srcRect/>
            <a:stretch>
              <a:fillRect/>
            </a:stretch>
          </a:blipFill>
        </p:spPr>
        <p:txBody>
          <a:bodyPr anchor="t">
            <a:noAutofit/>
          </a:bodyPr>
          <a:lstStyle>
            <a:lvl1pPr marL="0" indent="0" algn="ctr">
              <a:buNone/>
              <a:defRPr sz="1800">
                <a:solidFill>
                  <a:schemeClr val="bg2"/>
                </a:solidFill>
              </a:defRPr>
            </a:lvl1pPr>
          </a:lstStyle>
          <a:p>
            <a:r>
              <a:rPr lang="en-US" dirty="0"/>
              <a:t>Drag photo here</a:t>
            </a:r>
          </a:p>
        </p:txBody>
      </p:sp>
      <p:sp>
        <p:nvSpPr>
          <p:cNvPr id="7" name="Picture Placeholder 3"/>
          <p:cNvSpPr>
            <a:spLocks noGrp="1"/>
          </p:cNvSpPr>
          <p:nvPr>
            <p:ph type="pic" sz="quarter" idx="13" hasCustomPrompt="1"/>
          </p:nvPr>
        </p:nvSpPr>
        <p:spPr>
          <a:xfrm>
            <a:off x="6330706" y="2168524"/>
            <a:ext cx="2734056" cy="4371975"/>
          </a:xfrm>
          <a:blipFill dpi="0" rotWithShape="1">
            <a:blip r:embed="rId5" cstate="screen">
              <a:extLst>
                <a:ext uri="{28A0092B-C50C-407E-A947-70E740481C1C}">
                  <a14:useLocalDpi xmlns:a14="http://schemas.microsoft.com/office/drawing/2010/main"/>
                </a:ext>
              </a:extLst>
            </a:blip>
            <a:srcRect/>
            <a:stretch>
              <a:fillRect/>
            </a:stretch>
          </a:blipFill>
        </p:spPr>
        <p:txBody>
          <a:bodyPr anchor="t">
            <a:noAutofit/>
          </a:bodyPr>
          <a:lstStyle>
            <a:lvl1pPr marL="0" indent="0" algn="ctr">
              <a:buNone/>
              <a:defRPr sz="1800">
                <a:solidFill>
                  <a:schemeClr val="bg2"/>
                </a:solidFill>
              </a:defRPr>
            </a:lvl1pPr>
          </a:lstStyle>
          <a:p>
            <a:r>
              <a:rPr lang="en-US" dirty="0"/>
              <a:t>Drag photo here</a:t>
            </a:r>
          </a:p>
        </p:txBody>
      </p:sp>
      <p:sp>
        <p:nvSpPr>
          <p:cNvPr id="2" name="Title 1"/>
          <p:cNvSpPr>
            <a:spLocks noGrp="1"/>
          </p:cNvSpPr>
          <p:nvPr>
            <p:ph type="title" hasCustomPrompt="1"/>
          </p:nvPr>
        </p:nvSpPr>
        <p:spPr>
          <a:xfrm>
            <a:off x="465138" y="632779"/>
            <a:ext cx="5653087" cy="411162"/>
          </a:xfrm>
        </p:spPr>
        <p:txBody>
          <a:bodyPr wrap="square" lIns="0" tIns="0" rIns="0" bIns="0">
            <a:spAutoFit/>
          </a:bodyPr>
          <a:lstStyle>
            <a:lvl1pPr>
              <a:lnSpc>
                <a:spcPts val="3200"/>
              </a:lnSpc>
              <a:defRPr sz="2800">
                <a:solidFill>
                  <a:srgbClr val="2F2F2F"/>
                </a:solidFill>
              </a:defRPr>
            </a:lvl1pPr>
          </a:lstStyle>
          <a:p>
            <a:r>
              <a:rPr lang="en-US" dirty="0"/>
              <a:t>Photo layout 2</a:t>
            </a:r>
          </a:p>
        </p:txBody>
      </p:sp>
      <p:sp>
        <p:nvSpPr>
          <p:cNvPr id="17" name="Text Placeholder 16"/>
          <p:cNvSpPr>
            <a:spLocks noGrp="1"/>
          </p:cNvSpPr>
          <p:nvPr>
            <p:ph type="body" sz="quarter" idx="14" hasCustomPrompt="1"/>
          </p:nvPr>
        </p:nvSpPr>
        <p:spPr>
          <a:xfrm>
            <a:off x="465138" y="4133939"/>
            <a:ext cx="2734056" cy="441146"/>
          </a:xfrm>
        </p:spPr>
        <p:txBody>
          <a:bodyPr/>
          <a:lstStyle>
            <a:lvl1pPr marL="0" indent="0" algn="ctr">
              <a:lnSpc>
                <a:spcPts val="2000"/>
              </a:lnSpc>
              <a:buNone/>
              <a:defRPr sz="1800">
                <a:solidFill>
                  <a:schemeClr val="bg2"/>
                </a:solidFill>
              </a:defRPr>
            </a:lvl1pPr>
          </a:lstStyle>
          <a:p>
            <a:pPr lvl="0"/>
            <a:r>
              <a:rPr lang="en-US" dirty="0"/>
              <a:t>Caption</a:t>
            </a:r>
          </a:p>
        </p:txBody>
      </p:sp>
      <p:sp>
        <p:nvSpPr>
          <p:cNvPr id="18" name="Text Placeholder 16"/>
          <p:cNvSpPr>
            <a:spLocks noGrp="1"/>
          </p:cNvSpPr>
          <p:nvPr>
            <p:ph type="body" sz="quarter" idx="15" hasCustomPrompt="1"/>
          </p:nvPr>
        </p:nvSpPr>
        <p:spPr>
          <a:xfrm>
            <a:off x="3397922" y="4133939"/>
            <a:ext cx="2734056" cy="441146"/>
          </a:xfrm>
        </p:spPr>
        <p:txBody>
          <a:bodyPr/>
          <a:lstStyle>
            <a:lvl1pPr marL="0" indent="0" algn="ctr">
              <a:lnSpc>
                <a:spcPts val="2000"/>
              </a:lnSpc>
              <a:buNone/>
              <a:defRPr sz="1800">
                <a:solidFill>
                  <a:schemeClr val="bg2"/>
                </a:solidFill>
              </a:defRPr>
            </a:lvl1pPr>
          </a:lstStyle>
          <a:p>
            <a:pPr lvl="0"/>
            <a:r>
              <a:rPr lang="en-US" dirty="0"/>
              <a:t>Caption</a:t>
            </a:r>
          </a:p>
        </p:txBody>
      </p:sp>
      <p:sp>
        <p:nvSpPr>
          <p:cNvPr id="19" name="Text Placeholder 16"/>
          <p:cNvSpPr>
            <a:spLocks noGrp="1"/>
          </p:cNvSpPr>
          <p:nvPr>
            <p:ph type="body" sz="quarter" idx="16" hasCustomPrompt="1"/>
          </p:nvPr>
        </p:nvSpPr>
        <p:spPr>
          <a:xfrm>
            <a:off x="6330706" y="4133939"/>
            <a:ext cx="2734056" cy="441146"/>
          </a:xfrm>
        </p:spPr>
        <p:txBody>
          <a:bodyPr/>
          <a:lstStyle>
            <a:lvl1pPr marL="0" indent="0" algn="ctr">
              <a:lnSpc>
                <a:spcPts val="2000"/>
              </a:lnSpc>
              <a:buNone/>
              <a:defRPr sz="1800">
                <a:solidFill>
                  <a:schemeClr val="bg2"/>
                </a:solidFill>
              </a:defRPr>
            </a:lvl1pPr>
          </a:lstStyle>
          <a:p>
            <a:pPr lvl="0"/>
            <a:r>
              <a:rPr lang="en-US" dirty="0"/>
              <a:t>Caption</a:t>
            </a:r>
          </a:p>
        </p:txBody>
      </p:sp>
      <p:sp>
        <p:nvSpPr>
          <p:cNvPr id="20" name="Text Placeholder 16"/>
          <p:cNvSpPr>
            <a:spLocks noGrp="1"/>
          </p:cNvSpPr>
          <p:nvPr>
            <p:ph type="body" sz="quarter" idx="17" hasCustomPrompt="1"/>
          </p:nvPr>
        </p:nvSpPr>
        <p:spPr>
          <a:xfrm>
            <a:off x="9263490" y="4133939"/>
            <a:ext cx="2734056" cy="441146"/>
          </a:xfrm>
        </p:spPr>
        <p:txBody>
          <a:bodyPr/>
          <a:lstStyle>
            <a:lvl1pPr marL="0" indent="0" algn="ctr">
              <a:lnSpc>
                <a:spcPts val="2000"/>
              </a:lnSpc>
              <a:buNone/>
              <a:defRPr sz="1800">
                <a:solidFill>
                  <a:schemeClr val="bg2"/>
                </a:solidFill>
              </a:defRPr>
            </a:lvl1pPr>
          </a:lstStyle>
          <a:p>
            <a:pPr lvl="0"/>
            <a:r>
              <a:rPr lang="en-US" dirty="0"/>
              <a:t>Caption</a:t>
            </a:r>
          </a:p>
        </p:txBody>
      </p:sp>
    </p:spTree>
    <p:extLst>
      <p:ext uri="{BB962C8B-B14F-4D97-AF65-F5344CB8AC3E}">
        <p14:creationId xmlns:p14="http://schemas.microsoft.com/office/powerpoint/2010/main" val="4039926196"/>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hoto layout 3">
    <p:spTree>
      <p:nvGrpSpPr>
        <p:cNvPr id="1" name=""/>
        <p:cNvGrpSpPr/>
        <p:nvPr/>
      </p:nvGrpSpPr>
      <p:grpSpPr>
        <a:xfrm>
          <a:off x="0" y="0"/>
          <a:ext cx="0" cy="0"/>
          <a:chOff x="0" y="0"/>
          <a:chExt cx="0" cy="0"/>
        </a:xfrm>
      </p:grpSpPr>
      <p:sp>
        <p:nvSpPr>
          <p:cNvPr id="11" name="Picture Placeholder 10"/>
          <p:cNvSpPr>
            <a:spLocks noGrp="1"/>
          </p:cNvSpPr>
          <p:nvPr>
            <p:ph type="pic" sz="quarter" idx="14"/>
          </p:nvPr>
        </p:nvSpPr>
        <p:spPr>
          <a:xfrm>
            <a:off x="465138" y="2168525"/>
            <a:ext cx="3690937" cy="2654300"/>
          </a:xfrm>
          <a:blipFill>
            <a:blip r:embed="rId2" cstate="screen">
              <a:extLst>
                <a:ext uri="{28A0092B-C50C-407E-A947-70E740481C1C}">
                  <a14:useLocalDpi xmlns:a14="http://schemas.microsoft.com/office/drawing/2010/main"/>
                </a:ext>
              </a:extLst>
            </a:blip>
            <a:stretch>
              <a:fillRect/>
            </a:stretch>
          </a:blipFill>
        </p:spPr>
        <p:txBody>
          <a:bodyPr>
            <a:noAutofit/>
          </a:bodyPr>
          <a:lstStyle>
            <a:lvl1pPr marL="0" indent="0">
              <a:buNone/>
              <a:defRPr sz="2000">
                <a:solidFill>
                  <a:schemeClr val="bg2"/>
                </a:solidFill>
              </a:defRPr>
            </a:lvl1pPr>
          </a:lstStyle>
          <a:p>
            <a:r>
              <a:rPr lang="en-US"/>
              <a:t>Click icon to add picture</a:t>
            </a:r>
            <a:endParaRPr lang="en-US" dirty="0"/>
          </a:p>
        </p:txBody>
      </p:sp>
      <p:sp>
        <p:nvSpPr>
          <p:cNvPr id="12" name="Picture Placeholder 10"/>
          <p:cNvSpPr>
            <a:spLocks noGrp="1"/>
          </p:cNvSpPr>
          <p:nvPr>
            <p:ph type="pic" sz="quarter" idx="15"/>
          </p:nvPr>
        </p:nvSpPr>
        <p:spPr>
          <a:xfrm>
            <a:off x="4389437" y="2168525"/>
            <a:ext cx="3679825" cy="2654300"/>
          </a:xfrm>
          <a:blipFill>
            <a:blip r:embed="rId3" cstate="screen">
              <a:extLst>
                <a:ext uri="{28A0092B-C50C-407E-A947-70E740481C1C}">
                  <a14:useLocalDpi xmlns:a14="http://schemas.microsoft.com/office/drawing/2010/main"/>
                </a:ext>
              </a:extLst>
            </a:blip>
            <a:stretch>
              <a:fillRect/>
            </a:stretch>
          </a:blipFill>
        </p:spPr>
        <p:txBody>
          <a:bodyPr>
            <a:noAutofit/>
          </a:bodyPr>
          <a:lstStyle>
            <a:lvl1pPr marL="0" indent="0">
              <a:buNone/>
              <a:defRPr sz="2000">
                <a:solidFill>
                  <a:schemeClr val="bg2"/>
                </a:solidFill>
              </a:defRPr>
            </a:lvl1pPr>
          </a:lstStyle>
          <a:p>
            <a:r>
              <a:rPr lang="en-US"/>
              <a:t>Click icon to add picture</a:t>
            </a:r>
            <a:endParaRPr lang="en-US" dirty="0"/>
          </a:p>
        </p:txBody>
      </p:sp>
      <p:sp>
        <p:nvSpPr>
          <p:cNvPr id="13" name="Picture Placeholder 10"/>
          <p:cNvSpPr>
            <a:spLocks noGrp="1"/>
          </p:cNvSpPr>
          <p:nvPr>
            <p:ph type="pic" sz="quarter" idx="16"/>
          </p:nvPr>
        </p:nvSpPr>
        <p:spPr>
          <a:xfrm>
            <a:off x="8302625" y="2168525"/>
            <a:ext cx="3695700" cy="2654300"/>
          </a:xfrm>
          <a:blipFill>
            <a:blip r:embed="rId4" cstate="screen">
              <a:extLst>
                <a:ext uri="{28A0092B-C50C-407E-A947-70E740481C1C}">
                  <a14:useLocalDpi xmlns:a14="http://schemas.microsoft.com/office/drawing/2010/main"/>
                </a:ext>
              </a:extLst>
            </a:blip>
            <a:stretch>
              <a:fillRect/>
            </a:stretch>
          </a:blipFill>
        </p:spPr>
        <p:txBody>
          <a:bodyPr>
            <a:noAutofit/>
          </a:bodyPr>
          <a:lstStyle>
            <a:lvl1pPr marL="0" indent="0">
              <a:buNone/>
              <a:defRPr sz="2000">
                <a:solidFill>
                  <a:schemeClr val="bg2"/>
                </a:solidFill>
              </a:defRPr>
            </a:lvl1pPr>
          </a:lstStyle>
          <a:p>
            <a:r>
              <a:rPr lang="en-US"/>
              <a:t>Click icon to add picture</a:t>
            </a:r>
            <a:endParaRPr lang="en-US" dirty="0"/>
          </a:p>
        </p:txBody>
      </p:sp>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rgbClr val="2F2F2F"/>
                </a:solidFill>
              </a:defRPr>
            </a:lvl1pPr>
          </a:lstStyle>
          <a:p>
            <a:r>
              <a:rPr lang="en-US" dirty="0"/>
              <a:t>Photo layout 3</a:t>
            </a:r>
          </a:p>
        </p:txBody>
      </p:sp>
      <p:sp>
        <p:nvSpPr>
          <p:cNvPr id="5" name="Text Placeholder 4"/>
          <p:cNvSpPr>
            <a:spLocks noGrp="1"/>
          </p:cNvSpPr>
          <p:nvPr>
            <p:ph type="body" sz="quarter" idx="11" hasCustomPrompt="1"/>
          </p:nvPr>
        </p:nvSpPr>
        <p:spPr>
          <a:xfrm>
            <a:off x="465138" y="5026024"/>
            <a:ext cx="3690937" cy="1209675"/>
          </a:xfrm>
        </p:spPr>
        <p:txBody>
          <a:bodyPr lIns="0" tIns="0" rIns="0" bIns="0"/>
          <a:lstStyle>
            <a:lvl1pPr marL="0" indent="0">
              <a:lnSpc>
                <a:spcPts val="1800"/>
              </a:lnSpc>
              <a:spcBef>
                <a:spcPts val="900"/>
              </a:spcBef>
              <a:buNone/>
              <a:defRPr sz="1400" b="1">
                <a:solidFill>
                  <a:schemeClr val="accent1"/>
                </a:solidFill>
                <a:latin typeface="+mn-lt"/>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a:t>
            </a:r>
            <a:r>
              <a:rPr lang="en-US" dirty="0"/>
              <a:t>, </a:t>
            </a:r>
            <a:r>
              <a:rPr lang="en-US" dirty="0" err="1"/>
              <a:t>omnimusdae</a:t>
            </a:r>
            <a:r>
              <a:rPr lang="en-US" dirty="0"/>
              <a:t>. </a:t>
            </a:r>
            <a:r>
              <a:rPr lang="en-US" dirty="0" err="1"/>
              <a:t>Boribus</a:t>
            </a:r>
            <a:r>
              <a:rPr lang="en-US" dirty="0"/>
              <a:t> </a:t>
            </a:r>
            <a:r>
              <a:rPr lang="en-US" dirty="0" err="1"/>
              <a:t>sinctius</a:t>
            </a:r>
            <a:r>
              <a:rPr lang="en-US" dirty="0"/>
              <a:t> </a:t>
            </a:r>
            <a:r>
              <a:rPr lang="en-US" dirty="0" err="1"/>
              <a:t>nimaxime</a:t>
            </a:r>
            <a:r>
              <a:rPr lang="en-US" dirty="0"/>
              <a:t> sit et </a:t>
            </a:r>
            <a:r>
              <a:rPr lang="en-US" dirty="0" err="1"/>
              <a:t>nonsequibus</a:t>
            </a:r>
            <a:r>
              <a:rPr lang="en-US" dirty="0"/>
              <a:t> </a:t>
            </a:r>
            <a:r>
              <a:rPr lang="en-US" dirty="0" err="1"/>
              <a:t>dollendis</a:t>
            </a:r>
            <a:r>
              <a:rPr lang="en-US" dirty="0"/>
              <a:t> as </a:t>
            </a:r>
            <a:r>
              <a:rPr lang="en-US" dirty="0" err="1"/>
              <a:t>autestiatur</a:t>
            </a:r>
            <a:r>
              <a:rPr lang="en-US" dirty="0"/>
              <a:t>.</a:t>
            </a:r>
          </a:p>
        </p:txBody>
      </p:sp>
      <p:sp>
        <p:nvSpPr>
          <p:cNvPr id="9" name="Text Placeholder 4"/>
          <p:cNvSpPr>
            <a:spLocks noGrp="1"/>
          </p:cNvSpPr>
          <p:nvPr>
            <p:ph type="body" sz="quarter" idx="12" hasCustomPrompt="1"/>
          </p:nvPr>
        </p:nvSpPr>
        <p:spPr>
          <a:xfrm>
            <a:off x="4386263" y="5026024"/>
            <a:ext cx="3690937" cy="1209675"/>
          </a:xfrm>
        </p:spPr>
        <p:txBody>
          <a:bodyPr lIns="0" tIns="0" rIns="0" bIns="0"/>
          <a:lstStyle>
            <a:lvl1pPr marL="0" indent="0">
              <a:lnSpc>
                <a:spcPts val="1800"/>
              </a:lnSpc>
              <a:spcBef>
                <a:spcPts val="900"/>
              </a:spcBef>
              <a:buNone/>
              <a:defRPr sz="1400">
                <a:solidFill>
                  <a:schemeClr val="accent1"/>
                </a:solidFill>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a:t>
            </a:r>
            <a:r>
              <a:rPr lang="en-US" dirty="0"/>
              <a:t>, </a:t>
            </a:r>
            <a:r>
              <a:rPr lang="en-US" dirty="0" err="1"/>
              <a:t>omnimusdae</a:t>
            </a:r>
            <a:r>
              <a:rPr lang="en-US" dirty="0"/>
              <a:t>. </a:t>
            </a:r>
            <a:r>
              <a:rPr lang="en-US" dirty="0" err="1"/>
              <a:t>Boribus</a:t>
            </a:r>
            <a:r>
              <a:rPr lang="en-US" dirty="0"/>
              <a:t> </a:t>
            </a:r>
            <a:r>
              <a:rPr lang="en-US" dirty="0" err="1"/>
              <a:t>sinctius</a:t>
            </a:r>
            <a:r>
              <a:rPr lang="en-US" dirty="0"/>
              <a:t> </a:t>
            </a:r>
            <a:r>
              <a:rPr lang="en-US" dirty="0" err="1"/>
              <a:t>nimaxime</a:t>
            </a:r>
            <a:r>
              <a:rPr lang="en-US" dirty="0"/>
              <a:t> sit et </a:t>
            </a:r>
            <a:r>
              <a:rPr lang="en-US" dirty="0" err="1"/>
              <a:t>nonsequibus</a:t>
            </a:r>
            <a:r>
              <a:rPr lang="en-US" dirty="0"/>
              <a:t> </a:t>
            </a:r>
            <a:r>
              <a:rPr lang="en-US" dirty="0" err="1"/>
              <a:t>dollendis</a:t>
            </a:r>
            <a:r>
              <a:rPr lang="en-US" dirty="0"/>
              <a:t> as </a:t>
            </a:r>
            <a:r>
              <a:rPr lang="en-US" dirty="0" err="1"/>
              <a:t>autestiatur</a:t>
            </a:r>
            <a:r>
              <a:rPr lang="en-US" dirty="0"/>
              <a:t>.</a:t>
            </a:r>
          </a:p>
        </p:txBody>
      </p:sp>
      <p:sp>
        <p:nvSpPr>
          <p:cNvPr id="10" name="Text Placeholder 4"/>
          <p:cNvSpPr>
            <a:spLocks noGrp="1"/>
          </p:cNvSpPr>
          <p:nvPr>
            <p:ph type="body" sz="quarter" idx="13" hasCustomPrompt="1"/>
          </p:nvPr>
        </p:nvSpPr>
        <p:spPr>
          <a:xfrm>
            <a:off x="8307388" y="5026024"/>
            <a:ext cx="3690937" cy="1209675"/>
          </a:xfrm>
        </p:spPr>
        <p:txBody>
          <a:bodyPr lIns="0" tIns="0" rIns="0" bIns="0"/>
          <a:lstStyle>
            <a:lvl1pPr marL="0" indent="0">
              <a:lnSpc>
                <a:spcPts val="1800"/>
              </a:lnSpc>
              <a:spcBef>
                <a:spcPts val="900"/>
              </a:spcBef>
              <a:buNone/>
              <a:defRPr sz="1400">
                <a:solidFill>
                  <a:schemeClr val="accent1"/>
                </a:solidFill>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a:t>
            </a:r>
            <a:r>
              <a:rPr lang="en-US" dirty="0"/>
              <a:t>, </a:t>
            </a:r>
            <a:r>
              <a:rPr lang="en-US" dirty="0" err="1"/>
              <a:t>omnimusdae</a:t>
            </a:r>
            <a:r>
              <a:rPr lang="en-US" dirty="0"/>
              <a:t>. </a:t>
            </a:r>
            <a:r>
              <a:rPr lang="en-US" dirty="0" err="1"/>
              <a:t>Boribus</a:t>
            </a:r>
            <a:r>
              <a:rPr lang="en-US" dirty="0"/>
              <a:t> </a:t>
            </a:r>
            <a:r>
              <a:rPr lang="en-US" dirty="0" err="1"/>
              <a:t>sinctius</a:t>
            </a:r>
            <a:r>
              <a:rPr lang="en-US" dirty="0"/>
              <a:t> </a:t>
            </a:r>
            <a:r>
              <a:rPr lang="en-US" dirty="0" err="1"/>
              <a:t>nimaxime</a:t>
            </a:r>
            <a:r>
              <a:rPr lang="en-US" dirty="0"/>
              <a:t> sit et </a:t>
            </a:r>
            <a:r>
              <a:rPr lang="en-US" dirty="0" err="1"/>
              <a:t>nonsequibus</a:t>
            </a:r>
            <a:r>
              <a:rPr lang="en-US" dirty="0"/>
              <a:t> </a:t>
            </a:r>
            <a:r>
              <a:rPr lang="en-US" dirty="0" err="1"/>
              <a:t>dollendis</a:t>
            </a:r>
            <a:r>
              <a:rPr lang="en-US" dirty="0"/>
              <a:t> as </a:t>
            </a:r>
            <a:r>
              <a:rPr lang="en-US" dirty="0" err="1"/>
              <a:t>autestiatur</a:t>
            </a:r>
            <a:r>
              <a:rPr lang="en-US" dirty="0"/>
              <a:t>.</a:t>
            </a:r>
          </a:p>
        </p:txBody>
      </p:sp>
    </p:spTree>
    <p:extLst>
      <p:ext uri="{BB962C8B-B14F-4D97-AF65-F5344CB8AC3E}">
        <p14:creationId xmlns:p14="http://schemas.microsoft.com/office/powerpoint/2010/main" val="1522753587"/>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evice layout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chemeClr val="tx1"/>
                </a:solidFill>
              </a:defRPr>
            </a:lvl1pPr>
          </a:lstStyle>
          <a:p>
            <a:r>
              <a:rPr lang="en-US" dirty="0"/>
              <a:t>Device layout 1: one column</a:t>
            </a:r>
          </a:p>
        </p:txBody>
      </p:sp>
      <p:sp>
        <p:nvSpPr>
          <p:cNvPr id="4" name="Text Placeholder 3"/>
          <p:cNvSpPr>
            <a:spLocks noGrp="1"/>
          </p:cNvSpPr>
          <p:nvPr>
            <p:ph type="body" sz="quarter" idx="10" hasCustomPrompt="1"/>
          </p:nvPr>
        </p:nvSpPr>
        <p:spPr>
          <a:xfrm>
            <a:off x="465138" y="1919804"/>
            <a:ext cx="4853623" cy="615553"/>
          </a:xfrm>
        </p:spPr>
        <p:txBody>
          <a:bodyPr wrap="square" lIns="0" tIns="0" rIns="0" bIns="0">
            <a:spAutoFit/>
          </a:bodyPr>
          <a:lstStyle>
            <a:lvl1pPr marL="0" indent="0">
              <a:lnSpc>
                <a:spcPts val="2400"/>
              </a:lnSpc>
              <a:buNone/>
              <a:defRPr sz="2000" b="0" i="0">
                <a:solidFill>
                  <a:schemeClr val="tx1"/>
                </a:solidFill>
                <a:latin typeface="+mn-lt"/>
              </a:defRPr>
            </a:lvl1pPr>
            <a:lvl2pPr marL="228600" indent="0">
              <a:buNone/>
              <a:defRPr/>
            </a:lvl2pPr>
            <a:lvl3pPr marL="457200" indent="0">
              <a:buNone/>
              <a:defRPr/>
            </a:lvl3pPr>
            <a:lvl4pPr marL="685800" indent="0">
              <a:buNone/>
              <a:defRPr/>
            </a:lvl4pPr>
            <a:lvl5pPr marL="914400" indent="0">
              <a:buNone/>
              <a:defRPr/>
            </a:lvl5pPr>
          </a:lstStyle>
          <a:p>
            <a:pPr lvl="0"/>
            <a:r>
              <a:rPr lang="pt-BR" dirty="0"/>
              <a:t>Subhead Segoe UI Regular 20/24. Em volor resequaectur.</a:t>
            </a:r>
            <a:endParaRPr lang="en-US" dirty="0"/>
          </a:p>
        </p:txBody>
      </p:sp>
      <p:sp>
        <p:nvSpPr>
          <p:cNvPr id="5" name="Text Placeholder 4"/>
          <p:cNvSpPr>
            <a:spLocks noGrp="1"/>
          </p:cNvSpPr>
          <p:nvPr>
            <p:ph type="body" sz="quarter" idx="11" hasCustomPrompt="1"/>
          </p:nvPr>
        </p:nvSpPr>
        <p:spPr>
          <a:xfrm>
            <a:off x="465139" y="2761498"/>
            <a:ext cx="4853622" cy="2818376"/>
          </a:xfrm>
        </p:spPr>
        <p:txBody>
          <a:bodyPr lIns="0" tIns="0" rIns="0" bIns="0"/>
          <a:lstStyle>
            <a:lvl1pPr marL="285750" indent="-285750">
              <a:lnSpc>
                <a:spcPts val="1800"/>
              </a:lnSpc>
              <a:spcBef>
                <a:spcPts val="0"/>
              </a:spcBef>
              <a:buFont typeface="Arial" panose="020B0604020202020204" pitchFamily="34" charset="0"/>
              <a:buChar char="•"/>
              <a:defRPr sz="1400" b="0" i="0">
                <a:solidFill>
                  <a:schemeClr val="tx1"/>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a:t>
            </a:r>
          </a:p>
        </p:txBody>
      </p:sp>
    </p:spTree>
    <p:extLst>
      <p:ext uri="{BB962C8B-B14F-4D97-AF65-F5344CB8AC3E}">
        <p14:creationId xmlns:p14="http://schemas.microsoft.com/office/powerpoint/2010/main" val="2768780090"/>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evice layou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chemeClr val="tx1"/>
                </a:solidFill>
              </a:defRPr>
            </a:lvl1pPr>
          </a:lstStyle>
          <a:p>
            <a:r>
              <a:rPr lang="en-US" dirty="0"/>
              <a:t>Device layout 2: two columns</a:t>
            </a:r>
          </a:p>
        </p:txBody>
      </p:sp>
      <p:sp>
        <p:nvSpPr>
          <p:cNvPr id="6" name="Text Placeholder 4"/>
          <p:cNvSpPr>
            <a:spLocks noGrp="1"/>
          </p:cNvSpPr>
          <p:nvPr>
            <p:ph type="body" sz="quarter" idx="11" hasCustomPrompt="1"/>
          </p:nvPr>
        </p:nvSpPr>
        <p:spPr>
          <a:xfrm>
            <a:off x="465139" y="1996440"/>
            <a:ext cx="1727200" cy="2817053"/>
          </a:xfrm>
        </p:spPr>
        <p:txBody>
          <a:bodyPr lIns="0" tIns="0" rIns="0" bIns="0"/>
          <a:lstStyle>
            <a:lvl1pPr marL="0" indent="0">
              <a:lnSpc>
                <a:spcPts val="1800"/>
              </a:lnSpc>
              <a:spcBef>
                <a:spcPts val="900"/>
              </a:spcBef>
              <a:buNone/>
              <a:defRPr sz="1400" b="1">
                <a:solidFill>
                  <a:schemeClr val="accent1"/>
                </a:solidFill>
                <a:latin typeface="+mn-lt"/>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7" name="Text Placeholder 4"/>
          <p:cNvSpPr>
            <a:spLocks noGrp="1"/>
          </p:cNvSpPr>
          <p:nvPr>
            <p:ph type="body" sz="quarter" idx="15" hasCustomPrompt="1"/>
          </p:nvPr>
        </p:nvSpPr>
        <p:spPr>
          <a:xfrm>
            <a:off x="2426019" y="1996440"/>
            <a:ext cx="1727200" cy="2817053"/>
          </a:xfrm>
        </p:spPr>
        <p:txBody>
          <a:bodyPr lIns="0" tIns="0" rIns="0" bIns="0"/>
          <a:lstStyle>
            <a:lvl1pPr marL="0" indent="0">
              <a:lnSpc>
                <a:spcPts val="1800"/>
              </a:lnSpc>
              <a:spcBef>
                <a:spcPts val="900"/>
              </a:spcBef>
              <a:buNone/>
              <a:defRPr lang="en-US" sz="1400" b="1" kern="1200" spc="0" baseline="0" dirty="0" smtClean="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Tree>
    <p:extLst>
      <p:ext uri="{BB962C8B-B14F-4D97-AF65-F5344CB8AC3E}">
        <p14:creationId xmlns:p14="http://schemas.microsoft.com/office/powerpoint/2010/main" val="2994402774"/>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evice layout 3">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chemeClr val="tx1"/>
                </a:solidFill>
              </a:defRPr>
            </a:lvl1pPr>
          </a:lstStyle>
          <a:p>
            <a:r>
              <a:rPr lang="en-US" dirty="0"/>
              <a:t>Device layout 3</a:t>
            </a:r>
          </a:p>
        </p:txBody>
      </p:sp>
    </p:spTree>
    <p:extLst>
      <p:ext uri="{BB962C8B-B14F-4D97-AF65-F5344CB8AC3E}">
        <p14:creationId xmlns:p14="http://schemas.microsoft.com/office/powerpoint/2010/main" val="3589100596"/>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465139" y="2168525"/>
            <a:ext cx="3690933" cy="3605213"/>
          </a:xfrm>
        </p:spPr>
        <p:txBody>
          <a:bodyPr anchor="ctr">
            <a:noAutofit/>
          </a:bodyPr>
          <a:lstStyle>
            <a:lvl1pPr marL="0" indent="0" algn="ctr">
              <a:buNone/>
              <a:defRPr sz="2400"/>
            </a:lvl1pPr>
          </a:lstStyle>
          <a:p>
            <a:r>
              <a:rPr lang="en-US"/>
              <a:t>Click icon to add chart</a:t>
            </a:r>
            <a:endParaRPr lang="en-US" dirty="0"/>
          </a:p>
        </p:txBody>
      </p:sp>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rgbClr val="2F2F2F"/>
                </a:solidFill>
              </a:defRPr>
            </a:lvl1pPr>
          </a:lstStyle>
          <a:p>
            <a:r>
              <a:rPr lang="en-US" dirty="0"/>
              <a:t>Chart examples</a:t>
            </a:r>
          </a:p>
        </p:txBody>
      </p:sp>
      <p:sp>
        <p:nvSpPr>
          <p:cNvPr id="5" name="Text Placeholder 4"/>
          <p:cNvSpPr>
            <a:spLocks noGrp="1"/>
          </p:cNvSpPr>
          <p:nvPr>
            <p:ph type="body" sz="quarter" idx="11" hasCustomPrompt="1"/>
          </p:nvPr>
        </p:nvSpPr>
        <p:spPr>
          <a:xfrm>
            <a:off x="465138" y="5773736"/>
            <a:ext cx="3690937" cy="153888"/>
          </a:xfrm>
        </p:spPr>
        <p:txBody>
          <a:bodyPr lIns="0" tIns="0" rIns="0" bIns="0"/>
          <a:lstStyle>
            <a:lvl1pPr marL="0" indent="0">
              <a:lnSpc>
                <a:spcPts val="1200"/>
              </a:lnSpc>
              <a:spcBef>
                <a:spcPts val="900"/>
              </a:spcBef>
              <a:buNone/>
              <a:defRPr sz="1000">
                <a:solidFill>
                  <a:schemeClr val="tx1"/>
                </a:solidFill>
              </a:defRPr>
            </a:lvl1pPr>
            <a:lvl2pPr marL="0" marR="0" indent="0" algn="l" defTabSz="932742" rtl="0" eaLnBrk="1" fontAlgn="auto" latinLnBrk="0" hangingPunct="1">
              <a:lnSpc>
                <a:spcPts val="1200"/>
              </a:lnSpc>
              <a:spcBef>
                <a:spcPts val="450"/>
              </a:spcBef>
              <a:spcAft>
                <a:spcPts val="0"/>
              </a:spcAft>
              <a:buClrTx/>
              <a:buSzPct val="90000"/>
              <a:buFont typeface="Arial" panose="020B0604020202020204" pitchFamily="34" charset="0"/>
              <a:buNone/>
              <a:tabLst/>
              <a:defRPr lang="en-US" sz="1000" kern="1200" spc="0" baseline="0" dirty="0" smtClean="0">
                <a:solidFill>
                  <a:schemeClr val="tx1"/>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dirty="0"/>
              <a:t>Caption title Segoe </a:t>
            </a:r>
            <a:r>
              <a:rPr lang="en-US" dirty="0" err="1"/>
              <a:t>Semibold</a:t>
            </a:r>
            <a:r>
              <a:rPr lang="en-US" dirty="0"/>
              <a:t> 10/12. </a:t>
            </a:r>
          </a:p>
        </p:txBody>
      </p:sp>
      <p:sp>
        <p:nvSpPr>
          <p:cNvPr id="9" name="Text Placeholder 4"/>
          <p:cNvSpPr>
            <a:spLocks noGrp="1"/>
          </p:cNvSpPr>
          <p:nvPr>
            <p:ph type="body" sz="quarter" idx="12" hasCustomPrompt="1"/>
          </p:nvPr>
        </p:nvSpPr>
        <p:spPr>
          <a:xfrm>
            <a:off x="465135" y="5931090"/>
            <a:ext cx="3690937" cy="307777"/>
          </a:xfrm>
        </p:spPr>
        <p:txBody>
          <a:bodyPr lIns="0" tIns="0" rIns="0" bIns="0"/>
          <a:lstStyle>
            <a:lvl1pPr marL="0" indent="0">
              <a:lnSpc>
                <a:spcPts val="1200"/>
              </a:lnSpc>
              <a:spcBef>
                <a:spcPts val="900"/>
              </a:spcBef>
              <a:buFont typeface="Arial" panose="020B0604020202020204" pitchFamily="34" charset="0"/>
              <a:buNone/>
              <a:defRPr sz="1000" b="0" i="0">
                <a:solidFill>
                  <a:schemeClr val="tx1"/>
                </a:solidFill>
                <a:latin typeface="+mn-lt"/>
              </a:defRPr>
            </a:lvl1pPr>
            <a:lvl2pPr marL="0" marR="0" indent="0" algn="l" defTabSz="932742" rtl="0" eaLnBrk="1" fontAlgn="auto" latinLnBrk="0" hangingPunct="1">
              <a:lnSpc>
                <a:spcPts val="1200"/>
              </a:lnSpc>
              <a:spcBef>
                <a:spcPts val="450"/>
              </a:spcBef>
              <a:spcAft>
                <a:spcPts val="0"/>
              </a:spcAft>
              <a:buClrTx/>
              <a:buSzPct val="90000"/>
              <a:buFont typeface="Arial" panose="020B0604020202020204" pitchFamily="34" charset="0"/>
              <a:buNone/>
              <a:tabLst/>
              <a:defRPr sz="1000">
                <a:solidFill>
                  <a:schemeClr val="tx1"/>
                </a:solidFill>
              </a:defRPr>
            </a:lvl2pPr>
            <a:lvl3pPr marL="457200" indent="0">
              <a:buNone/>
              <a:defRPr/>
            </a:lvl3pPr>
            <a:lvl4pPr marL="685800" indent="0">
              <a:buNone/>
              <a:defRPr/>
            </a:lvl4pPr>
            <a:lvl5pPr marL="914400" indent="0">
              <a:buNone/>
              <a:defRPr/>
            </a:lvl5pPr>
          </a:lstStyle>
          <a:p>
            <a:pPr lvl="0"/>
            <a:r>
              <a:rPr lang="en-US" dirty="0"/>
              <a:t>Caption body copy Segoe Regular 10/12. </a:t>
            </a:r>
            <a:r>
              <a:rPr lang="en-US" dirty="0" err="1"/>
              <a:t>Cavorest</a:t>
            </a:r>
            <a:r>
              <a:rPr lang="en-US" dirty="0"/>
              <a:t> a </a:t>
            </a:r>
            <a:r>
              <a:rPr lang="en-US" dirty="0" err="1"/>
              <a:t>aut</a:t>
            </a:r>
            <a:r>
              <a:rPr lang="en-US" dirty="0"/>
              <a:t> arum </a:t>
            </a:r>
            <a:r>
              <a:rPr lang="en-US" dirty="0" err="1"/>
              <a:t>quam</a:t>
            </a:r>
            <a:r>
              <a:rPr lang="en-US" dirty="0"/>
              <a:t> id eat.</a:t>
            </a:r>
          </a:p>
        </p:txBody>
      </p:sp>
      <p:sp>
        <p:nvSpPr>
          <p:cNvPr id="16" name="Text Placeholder 4"/>
          <p:cNvSpPr>
            <a:spLocks noGrp="1"/>
          </p:cNvSpPr>
          <p:nvPr>
            <p:ph type="body" sz="quarter" idx="17" hasCustomPrompt="1"/>
          </p:nvPr>
        </p:nvSpPr>
        <p:spPr>
          <a:xfrm>
            <a:off x="4389442" y="5773736"/>
            <a:ext cx="3679822" cy="153888"/>
          </a:xfrm>
        </p:spPr>
        <p:txBody>
          <a:bodyPr lIns="0" tIns="0" rIns="0" bIns="0"/>
          <a:lstStyle>
            <a:lvl1pPr marL="0" indent="0">
              <a:lnSpc>
                <a:spcPts val="1200"/>
              </a:lnSpc>
              <a:spcBef>
                <a:spcPts val="900"/>
              </a:spcBef>
              <a:buNone/>
              <a:defRPr sz="1000">
                <a:solidFill>
                  <a:schemeClr val="tx1"/>
                </a:solidFill>
              </a:defRPr>
            </a:lvl1pPr>
            <a:lvl2pPr marL="0" marR="0" indent="0" algn="l" defTabSz="932742" rtl="0" eaLnBrk="1" fontAlgn="auto" latinLnBrk="0" hangingPunct="1">
              <a:lnSpc>
                <a:spcPts val="1200"/>
              </a:lnSpc>
              <a:spcBef>
                <a:spcPts val="450"/>
              </a:spcBef>
              <a:spcAft>
                <a:spcPts val="0"/>
              </a:spcAft>
              <a:buClrTx/>
              <a:buSzPct val="90000"/>
              <a:buFont typeface="Arial" panose="020B0604020202020204" pitchFamily="34" charset="0"/>
              <a:buNone/>
              <a:tabLst/>
              <a:defRPr lang="en-US" sz="1000" kern="1200" spc="0" baseline="0" dirty="0" smtClean="0">
                <a:solidFill>
                  <a:schemeClr val="tx1"/>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dirty="0"/>
              <a:t>Caption title Segoe </a:t>
            </a:r>
            <a:r>
              <a:rPr lang="en-US" dirty="0" err="1"/>
              <a:t>Semibold</a:t>
            </a:r>
            <a:r>
              <a:rPr lang="en-US" dirty="0"/>
              <a:t> 10/12. </a:t>
            </a:r>
          </a:p>
        </p:txBody>
      </p:sp>
      <p:sp>
        <p:nvSpPr>
          <p:cNvPr id="17" name="Text Placeholder 4"/>
          <p:cNvSpPr>
            <a:spLocks noGrp="1"/>
          </p:cNvSpPr>
          <p:nvPr>
            <p:ph type="body" sz="quarter" idx="18" hasCustomPrompt="1"/>
          </p:nvPr>
        </p:nvSpPr>
        <p:spPr>
          <a:xfrm>
            <a:off x="4389438" y="5931090"/>
            <a:ext cx="3679825" cy="307777"/>
          </a:xfrm>
        </p:spPr>
        <p:txBody>
          <a:bodyPr vert="horz" wrap="square" lIns="0" tIns="0" rIns="0" bIns="0" rtlCol="0">
            <a:spAutoFit/>
          </a:bodyPr>
          <a:lstStyle>
            <a:lvl1pPr>
              <a:tabLst/>
              <a:defRPr lang="en-US" sz="1000" b="0" i="0" dirty="0" smtClean="0">
                <a:solidFill>
                  <a:schemeClr val="tx1"/>
                </a:solidFill>
                <a:latin typeface="+mn-lt"/>
              </a:defRPr>
            </a:lvl1pPr>
          </a:lstStyle>
          <a:p>
            <a:pPr marL="0" lvl="0" indent="0">
              <a:lnSpc>
                <a:spcPts val="1200"/>
              </a:lnSpc>
              <a:spcBef>
                <a:spcPts val="900"/>
              </a:spcBef>
              <a:buFont typeface="Arial" panose="020B0604020202020204" pitchFamily="34" charset="0"/>
              <a:buNone/>
            </a:pPr>
            <a:r>
              <a:rPr lang="en-US" dirty="0"/>
              <a:t>Caption body copy Segoe Regular 10/12. </a:t>
            </a:r>
            <a:r>
              <a:rPr lang="en-US" dirty="0" err="1"/>
              <a:t>Cavorest</a:t>
            </a:r>
            <a:r>
              <a:rPr lang="en-US" dirty="0"/>
              <a:t> a </a:t>
            </a:r>
            <a:r>
              <a:rPr lang="en-US" dirty="0" err="1"/>
              <a:t>aut</a:t>
            </a:r>
            <a:r>
              <a:rPr lang="en-US" dirty="0"/>
              <a:t> arum </a:t>
            </a:r>
            <a:r>
              <a:rPr lang="en-US" dirty="0" err="1"/>
              <a:t>quam</a:t>
            </a:r>
            <a:r>
              <a:rPr lang="en-US" dirty="0"/>
              <a:t> id eat.</a:t>
            </a:r>
          </a:p>
        </p:txBody>
      </p:sp>
      <p:sp>
        <p:nvSpPr>
          <p:cNvPr id="18" name="Text Placeholder 4"/>
          <p:cNvSpPr>
            <a:spLocks noGrp="1"/>
          </p:cNvSpPr>
          <p:nvPr>
            <p:ph type="body" sz="quarter" idx="19" hasCustomPrompt="1"/>
          </p:nvPr>
        </p:nvSpPr>
        <p:spPr>
          <a:xfrm>
            <a:off x="8302626" y="5773736"/>
            <a:ext cx="3702056" cy="153888"/>
          </a:xfrm>
        </p:spPr>
        <p:txBody>
          <a:bodyPr lIns="0" tIns="0" rIns="0" bIns="0"/>
          <a:lstStyle>
            <a:lvl1pPr marL="0" indent="0">
              <a:lnSpc>
                <a:spcPts val="1200"/>
              </a:lnSpc>
              <a:spcBef>
                <a:spcPts val="900"/>
              </a:spcBef>
              <a:buNone/>
              <a:defRPr sz="1000">
                <a:solidFill>
                  <a:schemeClr val="tx1"/>
                </a:solidFill>
              </a:defRPr>
            </a:lvl1pPr>
            <a:lvl2pPr marL="0" marR="0" indent="0" algn="l" defTabSz="932742" rtl="0" eaLnBrk="1" fontAlgn="auto" latinLnBrk="0" hangingPunct="1">
              <a:lnSpc>
                <a:spcPts val="1200"/>
              </a:lnSpc>
              <a:spcBef>
                <a:spcPts val="450"/>
              </a:spcBef>
              <a:spcAft>
                <a:spcPts val="0"/>
              </a:spcAft>
              <a:buClrTx/>
              <a:buSzPct val="90000"/>
              <a:buFont typeface="Arial" panose="020B0604020202020204" pitchFamily="34" charset="0"/>
              <a:buNone/>
              <a:tabLst/>
              <a:defRPr lang="en-US" sz="1000" kern="1200" spc="0" baseline="0" dirty="0" smtClean="0">
                <a:solidFill>
                  <a:schemeClr val="tx1"/>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dirty="0"/>
              <a:t>Caption title Segoe </a:t>
            </a:r>
            <a:r>
              <a:rPr lang="en-US" dirty="0" err="1"/>
              <a:t>Semibold</a:t>
            </a:r>
            <a:r>
              <a:rPr lang="en-US" dirty="0"/>
              <a:t> 10/12. </a:t>
            </a:r>
          </a:p>
        </p:txBody>
      </p:sp>
      <p:sp>
        <p:nvSpPr>
          <p:cNvPr id="19" name="Text Placeholder 4"/>
          <p:cNvSpPr>
            <a:spLocks noGrp="1"/>
          </p:cNvSpPr>
          <p:nvPr>
            <p:ph type="body" sz="quarter" idx="20" hasCustomPrompt="1"/>
          </p:nvPr>
        </p:nvSpPr>
        <p:spPr>
          <a:xfrm>
            <a:off x="8302625" y="5931090"/>
            <a:ext cx="3702053" cy="307777"/>
          </a:xfrm>
        </p:spPr>
        <p:txBody>
          <a:bodyPr vert="horz" wrap="square" lIns="0" tIns="0" rIns="0" bIns="0" rtlCol="0">
            <a:spAutoFit/>
          </a:bodyPr>
          <a:lstStyle>
            <a:lvl1pPr marL="463550" indent="-463550">
              <a:tabLst/>
              <a:defRPr lang="en-US" sz="1000" b="0" i="0" dirty="0" smtClean="0">
                <a:solidFill>
                  <a:schemeClr val="tx1"/>
                </a:solidFill>
                <a:latin typeface="+mn-lt"/>
              </a:defRPr>
            </a:lvl1pPr>
          </a:lstStyle>
          <a:p>
            <a:pPr marL="0" lvl="0" indent="0">
              <a:lnSpc>
                <a:spcPts val="1200"/>
              </a:lnSpc>
              <a:spcBef>
                <a:spcPts val="900"/>
              </a:spcBef>
              <a:buFont typeface="Arial" panose="020B0604020202020204" pitchFamily="34" charset="0"/>
              <a:buNone/>
            </a:pPr>
            <a:r>
              <a:rPr lang="en-US" dirty="0"/>
              <a:t>Caption body copy Segoe Regular 10/12. </a:t>
            </a:r>
            <a:r>
              <a:rPr lang="en-US" dirty="0" err="1"/>
              <a:t>Cavorest</a:t>
            </a:r>
            <a:r>
              <a:rPr lang="en-US" dirty="0"/>
              <a:t> a </a:t>
            </a:r>
            <a:r>
              <a:rPr lang="en-US" dirty="0" err="1"/>
              <a:t>aut</a:t>
            </a:r>
            <a:r>
              <a:rPr lang="en-US" dirty="0"/>
              <a:t> arum </a:t>
            </a:r>
            <a:r>
              <a:rPr lang="en-US" dirty="0" err="1"/>
              <a:t>quam</a:t>
            </a:r>
            <a:r>
              <a:rPr lang="en-US" dirty="0"/>
              <a:t> id eat.</a:t>
            </a:r>
          </a:p>
        </p:txBody>
      </p:sp>
      <p:sp>
        <p:nvSpPr>
          <p:cNvPr id="20" name="Chart Placeholder 6"/>
          <p:cNvSpPr>
            <a:spLocks noGrp="1"/>
          </p:cNvSpPr>
          <p:nvPr>
            <p:ph type="chart" sz="quarter" idx="22"/>
          </p:nvPr>
        </p:nvSpPr>
        <p:spPr>
          <a:xfrm>
            <a:off x="4389438" y="2168525"/>
            <a:ext cx="3679825" cy="3605213"/>
          </a:xfrm>
        </p:spPr>
        <p:txBody>
          <a:bodyPr anchor="ctr">
            <a:noAutofit/>
          </a:bodyPr>
          <a:lstStyle>
            <a:lvl1pPr marL="0" indent="0" algn="ctr">
              <a:buNone/>
              <a:defRPr sz="2400"/>
            </a:lvl1pPr>
          </a:lstStyle>
          <a:p>
            <a:r>
              <a:rPr lang="en-US"/>
              <a:t>Click icon to add chart</a:t>
            </a:r>
            <a:endParaRPr lang="en-US" dirty="0"/>
          </a:p>
        </p:txBody>
      </p:sp>
      <p:sp>
        <p:nvSpPr>
          <p:cNvPr id="21" name="Chart Placeholder 6"/>
          <p:cNvSpPr>
            <a:spLocks noGrp="1"/>
          </p:cNvSpPr>
          <p:nvPr>
            <p:ph type="chart" sz="quarter" idx="23"/>
          </p:nvPr>
        </p:nvSpPr>
        <p:spPr>
          <a:xfrm>
            <a:off x="8302624" y="2168525"/>
            <a:ext cx="3695701" cy="3605213"/>
          </a:xfrm>
        </p:spPr>
        <p:txBody>
          <a:bodyPr anchor="ctr">
            <a:noAutofit/>
          </a:bodyPr>
          <a:lstStyle>
            <a:lvl1pPr marL="0" indent="0" algn="ctr">
              <a:buNone/>
              <a:defRPr sz="2400"/>
            </a:lvl1pPr>
          </a:lstStyle>
          <a:p>
            <a:r>
              <a:rPr lang="en-US"/>
              <a:t>Click icon to add chart</a:t>
            </a:r>
            <a:endParaRPr lang="en-US" dirty="0"/>
          </a:p>
        </p:txBody>
      </p:sp>
    </p:spTree>
    <p:extLst>
      <p:ext uri="{BB962C8B-B14F-4D97-AF65-F5344CB8AC3E}">
        <p14:creationId xmlns:p14="http://schemas.microsoft.com/office/powerpoint/2010/main" val="3811322961"/>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rgbClr val="2F2F2F"/>
                </a:solidFill>
              </a:defRPr>
            </a:lvl1pPr>
          </a:lstStyle>
          <a:p>
            <a:r>
              <a:rPr lang="en-US" dirty="0"/>
              <a:t>Table styling</a:t>
            </a:r>
          </a:p>
        </p:txBody>
      </p:sp>
      <p:sp>
        <p:nvSpPr>
          <p:cNvPr id="4" name="Table Placeholder 3"/>
          <p:cNvSpPr>
            <a:spLocks noGrp="1"/>
          </p:cNvSpPr>
          <p:nvPr>
            <p:ph type="tbl" sz="quarter" idx="10"/>
          </p:nvPr>
        </p:nvSpPr>
        <p:spPr>
          <a:xfrm>
            <a:off x="465138" y="2168525"/>
            <a:ext cx="11533187" cy="4371975"/>
          </a:xfrm>
        </p:spPr>
        <p:txBody>
          <a:bodyPr/>
          <a:lstStyle/>
          <a:p>
            <a:r>
              <a:rPr lang="en-US" dirty="0"/>
              <a:t>Click icon to add table</a:t>
            </a:r>
          </a:p>
        </p:txBody>
      </p:sp>
    </p:spTree>
    <p:extLst>
      <p:ext uri="{BB962C8B-B14F-4D97-AF65-F5344CB8AC3E}">
        <p14:creationId xmlns:p14="http://schemas.microsoft.com/office/powerpoint/2010/main" val="1399307191"/>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ank you 1">
    <p:bg>
      <p:bgPr>
        <a:solidFill>
          <a:schemeClr val="bg2"/>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465137" y="1873885"/>
            <a:ext cx="8229599" cy="1828800"/>
          </a:xfrm>
          <a:noFill/>
        </p:spPr>
        <p:txBody>
          <a:bodyPr lIns="0" tIns="0" rIns="0" bIns="0" anchor="t" anchorCtr="0"/>
          <a:lstStyle>
            <a:lvl1pPr>
              <a:lnSpc>
                <a:spcPts val="3000"/>
              </a:lnSpc>
              <a:defRPr sz="2800" spc="-150" baseline="0">
                <a:solidFill>
                  <a:schemeClr val="accent1"/>
                </a:solidFill>
              </a:defRPr>
            </a:lvl1pPr>
          </a:lstStyle>
          <a:p>
            <a:r>
              <a:rPr lang="en-US" dirty="0"/>
              <a:t>Thank you.</a:t>
            </a:r>
          </a:p>
        </p:txBody>
      </p:sp>
      <p:pic>
        <p:nvPicPr>
          <p:cNvPr id="64" name="MS logo gray - EMF"/>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465139" y="449264"/>
            <a:ext cx="935564" cy="200341"/>
          </a:xfrm>
          <a:prstGeom prst="rect">
            <a:avLst/>
          </a:prstGeom>
        </p:spPr>
      </p:pic>
    </p:spTree>
    <p:extLst>
      <p:ext uri="{BB962C8B-B14F-4D97-AF65-F5344CB8AC3E}">
        <p14:creationId xmlns:p14="http://schemas.microsoft.com/office/powerpoint/2010/main" val="329085521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hank you 2">
    <p:bg>
      <p:bgPr>
        <a:solidFill>
          <a:schemeClr val="tx1"/>
        </a:solidFill>
        <a:effectLst/>
      </p:bgPr>
    </p:bg>
    <p:spTree>
      <p:nvGrpSpPr>
        <p:cNvPr id="1" name=""/>
        <p:cNvGrpSpPr/>
        <p:nvPr/>
      </p:nvGrpSpPr>
      <p:grpSpPr>
        <a:xfrm>
          <a:off x="0" y="0"/>
          <a:ext cx="0" cy="0"/>
          <a:chOff x="0" y="0"/>
          <a:chExt cx="0" cy="0"/>
        </a:xfrm>
      </p:grpSpPr>
      <p:grpSp>
        <p:nvGrpSpPr>
          <p:cNvPr id="4" name="Group 3"/>
          <p:cNvGrpSpPr/>
          <p:nvPr userDrawn="1"/>
        </p:nvGrpSpPr>
        <p:grpSpPr>
          <a:xfrm>
            <a:off x="465139" y="449264"/>
            <a:ext cx="933131" cy="200341"/>
            <a:chOff x="465139" y="449264"/>
            <a:chExt cx="933131" cy="200341"/>
          </a:xfrm>
        </p:grpSpPr>
        <p:pic>
          <p:nvPicPr>
            <p:cNvPr id="5" name="Picture 4"/>
            <p:cNvPicPr>
              <a:picLocks noChangeAspect="1"/>
            </p:cNvPicPr>
            <p:nvPr userDrawn="1"/>
          </p:nvPicPr>
          <p:blipFill rotWithShape="1">
            <a:blip r:embed="rId2" cstate="screen">
              <a:extLst>
                <a:ext uri="{28A0092B-C50C-407E-A947-70E740481C1C}">
                  <a14:useLocalDpi xmlns:a14="http://schemas.microsoft.com/office/drawing/2010/main"/>
                </a:ext>
              </a:extLst>
            </a:blip>
            <a:srcRect l="26716" r="872" b="4064"/>
            <a:stretch/>
          </p:blipFill>
          <p:spPr bwMode="black">
            <a:xfrm>
              <a:off x="721996" y="459092"/>
              <a:ext cx="676274" cy="187779"/>
            </a:xfrm>
            <a:prstGeom prst="rect">
              <a:avLst/>
            </a:prstGeom>
          </p:spPr>
        </p:pic>
        <p:pic>
          <p:nvPicPr>
            <p:cNvPr id="6" name="MS logo gray - EMF"/>
            <p:cNvPicPr>
              <a:picLocks noChangeAspect="1"/>
            </p:cNvPicPr>
            <p:nvPr userDrawn="1"/>
          </p:nvPicPr>
          <p:blipFill rotWithShape="1">
            <a:blip r:embed="rId3" cstate="screen">
              <a:extLst>
                <a:ext uri="{28A0092B-C50C-407E-A947-70E740481C1C}">
                  <a14:useLocalDpi xmlns:a14="http://schemas.microsoft.com/office/drawing/2010/main"/>
                </a:ext>
              </a:extLst>
            </a:blip>
            <a:srcRect r="76414"/>
            <a:stretch/>
          </p:blipFill>
          <p:spPr bwMode="black">
            <a:xfrm>
              <a:off x="465139" y="449264"/>
              <a:ext cx="220661" cy="200341"/>
            </a:xfrm>
            <a:prstGeom prst="rect">
              <a:avLst/>
            </a:prstGeom>
          </p:spPr>
        </p:pic>
      </p:grpSp>
      <p:sp>
        <p:nvSpPr>
          <p:cNvPr id="9" name="Title 1"/>
          <p:cNvSpPr>
            <a:spLocks noGrp="1"/>
          </p:cNvSpPr>
          <p:nvPr>
            <p:ph type="title" hasCustomPrompt="1"/>
          </p:nvPr>
        </p:nvSpPr>
        <p:spPr>
          <a:xfrm>
            <a:off x="465137" y="1873885"/>
            <a:ext cx="8229599" cy="1828800"/>
          </a:xfrm>
          <a:noFill/>
        </p:spPr>
        <p:txBody>
          <a:bodyPr lIns="0" tIns="0" rIns="0" bIns="0" anchor="t" anchorCtr="0"/>
          <a:lstStyle>
            <a:lvl1pPr>
              <a:lnSpc>
                <a:spcPts val="3000"/>
              </a:lnSpc>
              <a:defRPr sz="2800" spc="-150" baseline="0">
                <a:solidFill>
                  <a:schemeClr val="bg2"/>
                </a:solidFill>
              </a:defRPr>
            </a:lvl1pPr>
          </a:lstStyle>
          <a:p>
            <a:r>
              <a:rPr lang="en-US" dirty="0"/>
              <a:t>Thank you.</a:t>
            </a:r>
          </a:p>
        </p:txBody>
      </p:sp>
    </p:spTree>
    <p:extLst>
      <p:ext uri="{BB962C8B-B14F-4D97-AF65-F5344CB8AC3E}">
        <p14:creationId xmlns:p14="http://schemas.microsoft.com/office/powerpoint/2010/main" val="107208281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1"/>
      </p:bgRef>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9" y="6220609"/>
            <a:ext cx="4572000" cy="477054"/>
          </a:xfrm>
          <a:prstGeom prst="rect">
            <a:avLst/>
          </a:prstGeom>
          <a:noFill/>
          <a:ln w="12700">
            <a:noFill/>
            <a:miter lim="800000"/>
            <a:headEnd type="none" w="sm" len="sm"/>
            <a:tailEnd type="none" w="sm" len="sm"/>
          </a:ln>
          <a:effectLst/>
        </p:spPr>
        <p:txBody>
          <a:bodyPr vert="horz" wrap="square" lIns="182880" tIns="182880" rIns="182880" bIns="182880" numCol="1" anchor="t" anchorCtr="0" compatLnSpc="1">
            <a:prstTxWarp prst="textNoShape">
              <a:avLst/>
            </a:prstTxWarp>
            <a:spAutoFit/>
          </a:bodyPr>
          <a:lstStyle/>
          <a:p>
            <a:pPr defTabSz="932290" eaLnBrk="0" hangingPunct="0"/>
            <a:r>
              <a:rPr lang="en-US" sz="700" dirty="0">
                <a:gradFill>
                  <a:gsLst>
                    <a:gs pos="0">
                      <a:schemeClr val="tx1"/>
                    </a:gs>
                    <a:gs pos="100000">
                      <a:schemeClr val="tx1"/>
                    </a:gs>
                  </a:gsLst>
                  <a:lin ang="5400000" scaled="0"/>
                </a:gradFill>
                <a:cs typeface="Segoe UI" pitchFamily="34" charset="0"/>
              </a:rPr>
              <a:t>© Copyright Microsoft Corporation. All rights reserved. </a:t>
            </a:r>
          </a:p>
        </p:txBody>
      </p:sp>
      <p:pic>
        <p:nvPicPr>
          <p:cNvPr id="8" name="Picture 7"/>
          <p:cNvPicPr>
            <a:picLocks noChangeAspect="1"/>
          </p:cNvPicPr>
          <p:nvPr userDrawn="1"/>
        </p:nvPicPr>
        <p:blipFill>
          <a:blip r:embed="rId2"/>
          <a:stretch>
            <a:fillRect/>
          </a:stretch>
        </p:blipFill>
        <p:spPr bwMode="black">
          <a:xfrm>
            <a:off x="457200" y="479425"/>
            <a:ext cx="1483418" cy="310896"/>
          </a:xfrm>
          <a:prstGeom prst="rect">
            <a:avLst/>
          </a:prstGeom>
        </p:spPr>
      </p:pic>
    </p:spTree>
    <p:extLst>
      <p:ext uri="{BB962C8B-B14F-4D97-AF65-F5344CB8AC3E}">
        <p14:creationId xmlns:p14="http://schemas.microsoft.com/office/powerpoint/2010/main" val="92506913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4400" y="633600"/>
            <a:ext cx="11575200" cy="410369"/>
          </a:xfrm>
        </p:spPr>
        <p:txBody>
          <a:bodyPr vert="horz" wrap="square" lIns="0" tIns="0" rIns="0" bIns="0" rtlCol="0" anchor="t">
            <a:spAutoFit/>
          </a:bodyPr>
          <a:lstStyle>
            <a:lvl1pPr>
              <a:defRPr lang="en-US" sz="2800" dirty="0">
                <a:solidFill>
                  <a:srgbClr val="2F2F2F"/>
                </a:solidFill>
              </a:defRPr>
            </a:lvl1pPr>
          </a:lstStyle>
          <a:p>
            <a:pPr lvl="0">
              <a:lnSpc>
                <a:spcPts val="3200"/>
              </a:lnSpc>
            </a:pPr>
            <a:r>
              <a:rPr lang="en-US" dirty="0"/>
              <a:t>Slide for Developer Code</a:t>
            </a:r>
          </a:p>
        </p:txBody>
      </p:sp>
      <p:sp>
        <p:nvSpPr>
          <p:cNvPr id="3" name="Rectangle 2"/>
          <p:cNvSpPr/>
          <p:nvPr userDrawn="1"/>
        </p:nvSpPr>
        <p:spPr bwMode="hidden">
          <a:xfrm>
            <a:off x="1" y="1178952"/>
            <a:ext cx="12436475" cy="5815573"/>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30" tIns="46630" rIns="46630" bIns="46630" numCol="1" spcCol="0" rtlCol="0" fromWordArt="0" anchor="ctr" anchorCtr="0" forceAA="0" compatLnSpc="1">
            <a:prstTxWarp prst="textNoShape">
              <a:avLst/>
            </a:prstTxWarp>
            <a:noAutofit/>
          </a:bodyPr>
          <a:lstStyle/>
          <a:p>
            <a:pPr algn="ctr" defTabSz="932290" fontAlgn="base">
              <a:spcBef>
                <a:spcPct val="0"/>
              </a:spcBef>
              <a:spcAft>
                <a:spcPct val="0"/>
              </a:spcAft>
            </a:pPr>
            <a:endParaRPr lang="en-US" sz="1836"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464400" y="1178952"/>
            <a:ext cx="11575200" cy="2658444"/>
          </a:xfrm>
        </p:spPr>
        <p:txBody>
          <a:bodyPr/>
          <a:lstStyle>
            <a:lvl1pPr marL="0" indent="0">
              <a:lnSpc>
                <a:spcPct val="95000"/>
              </a:lnSpc>
              <a:buNone/>
              <a:defRPr sz="3264">
                <a:gradFill>
                  <a:gsLst>
                    <a:gs pos="1250">
                      <a:srgbClr val="000000"/>
                    </a:gs>
                    <a:gs pos="100000">
                      <a:srgbClr val="000000"/>
                    </a:gs>
                  </a:gsLst>
                  <a:lin ang="5400000" scaled="0"/>
                </a:gradFill>
                <a:latin typeface="Consolas" pitchFamily="49" charset="0"/>
                <a:cs typeface="Consolas" pitchFamily="49" charset="0"/>
              </a:defRPr>
            </a:lvl1pPr>
            <a:lvl2pPr marL="346486"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2pPr>
            <a:lvl3pPr marL="584492"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3pPr>
            <a:lvl4pPr marL="814403"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4pPr>
            <a:lvl5pPr marL="1050791"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17332202"/>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Title &amp; 2-color Non-bulleted text">
    <p:spTree>
      <p:nvGrpSpPr>
        <p:cNvPr id="1" name=""/>
        <p:cNvGrpSpPr/>
        <p:nvPr/>
      </p:nvGrpSpPr>
      <p:grpSpPr>
        <a:xfrm>
          <a:off x="0" y="0"/>
          <a:ext cx="0" cy="0"/>
          <a:chOff x="0" y="0"/>
          <a:chExt cx="0" cy="0"/>
        </a:xfrm>
      </p:grpSpPr>
      <p:sp>
        <p:nvSpPr>
          <p:cNvPr id="2" name="Title 1"/>
          <p:cNvSpPr>
            <a:spLocks noGrp="1"/>
          </p:cNvSpPr>
          <p:nvPr>
            <p:ph type="title"/>
          </p:nvPr>
        </p:nvSpPr>
        <p:spPr>
          <a:xfrm>
            <a:off x="464400" y="633600"/>
            <a:ext cx="11574000" cy="410369"/>
          </a:xfrm>
        </p:spPr>
        <p:txBody>
          <a:bodyPr vert="horz" wrap="square" lIns="0" tIns="0" rIns="0" bIns="0" rtlCol="0" anchor="t">
            <a:spAutoFit/>
          </a:bodyPr>
          <a:lstStyle>
            <a:lvl1pPr>
              <a:defRPr lang="en-US" sz="2800" dirty="0">
                <a:solidFill>
                  <a:srgbClr val="2F2F2F"/>
                </a:solidFill>
              </a:defRPr>
            </a:lvl1pPr>
          </a:lstStyle>
          <a:p>
            <a:pPr lvl="0">
              <a:lnSpc>
                <a:spcPts val="3200"/>
              </a:lnSpc>
            </a:pPr>
            <a:r>
              <a:rPr lang="en-US" dirty="0"/>
              <a:t>Click to edit Master title style</a:t>
            </a:r>
          </a:p>
        </p:txBody>
      </p:sp>
      <p:sp>
        <p:nvSpPr>
          <p:cNvPr id="6" name="Text Placeholder 5"/>
          <p:cNvSpPr>
            <a:spLocks noGrp="1"/>
          </p:cNvSpPr>
          <p:nvPr>
            <p:ph type="body" sz="quarter" idx="10"/>
          </p:nvPr>
        </p:nvSpPr>
        <p:spPr>
          <a:xfrm>
            <a:off x="464400" y="1212850"/>
            <a:ext cx="11574000" cy="1346522"/>
          </a:xfrm>
        </p:spPr>
        <p:txBody>
          <a:bodyPr/>
          <a:lstStyle>
            <a:lvl1pPr marL="0" indent="0">
              <a:buNone/>
              <a:defRPr sz="2400">
                <a:solidFill>
                  <a:schemeClr val="tx2"/>
                </a:solidFill>
              </a:defRPr>
            </a:lvl1pPr>
            <a:lvl2pPr marL="0" indent="0">
              <a:buFontTx/>
              <a:buNone/>
              <a:defRPr sz="1400"/>
            </a:lvl2pPr>
            <a:lvl3pPr marL="228600" indent="0">
              <a:buNone/>
              <a:defRPr sz="1200"/>
            </a:lvl3pPr>
            <a:lvl4pPr marL="457200" indent="0">
              <a:buNone/>
              <a:defRPr sz="1100"/>
            </a:lvl4pPr>
            <a:lvl5pPr marL="685800" indent="0">
              <a:buNone/>
              <a:defRPr sz="105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45859015"/>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64400" y="1212850"/>
            <a:ext cx="11574000" cy="1566583"/>
          </a:xfrm>
        </p:spPr>
        <p:txBody>
          <a:bodyPr>
            <a:spAutoFit/>
          </a:bodyPr>
          <a:lstStyle>
            <a:lvl1pPr>
              <a:defRPr sz="2400"/>
            </a:lvl1pPr>
            <a:lvl2pPr>
              <a:defRPr sz="1800"/>
            </a:lvl2pPr>
            <a:lvl3pPr>
              <a:defRPr sz="1600"/>
            </a:lvl3pPr>
            <a:lvl4pPr>
              <a:defRPr sz="1400"/>
            </a:lvl4pPr>
            <a:lvl5pPr>
              <a:defRPr sz="14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p:ph type="title"/>
          </p:nvPr>
        </p:nvSpPr>
        <p:spPr>
          <a:xfrm>
            <a:off x="464400" y="633600"/>
            <a:ext cx="11574000" cy="410369"/>
          </a:xfrm>
        </p:spPr>
        <p:txBody>
          <a:bodyPr vert="horz" wrap="square" lIns="0" tIns="0" rIns="0" bIns="0" rtlCol="0" anchor="t">
            <a:spAutoFit/>
          </a:bodyPr>
          <a:lstStyle>
            <a:lvl1pPr>
              <a:defRPr lang="en-US" sz="2800">
                <a:solidFill>
                  <a:srgbClr val="2F2F2F"/>
                </a:solidFill>
              </a:defRPr>
            </a:lvl1pPr>
          </a:lstStyle>
          <a:p>
            <a:pPr lvl="0">
              <a:lnSpc>
                <a:spcPts val="3200"/>
              </a:lnSpc>
            </a:pPr>
            <a:r>
              <a:rPr lang="en-US" dirty="0"/>
              <a:t>Click to edit Master title style</a:t>
            </a:r>
          </a:p>
        </p:txBody>
      </p:sp>
    </p:spTree>
    <p:extLst>
      <p:ext uri="{BB962C8B-B14F-4D97-AF65-F5344CB8AC3E}">
        <p14:creationId xmlns:p14="http://schemas.microsoft.com/office/powerpoint/2010/main" val="2439250095"/>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a:t>Click to edit Master title style</a:t>
            </a:r>
            <a:endParaRPr lang="en-US" dirty="0"/>
          </a:p>
        </p:txBody>
      </p:sp>
      <p:sp>
        <p:nvSpPr>
          <p:cNvPr id="4" name="Text Placeholder 3"/>
          <p:cNvSpPr>
            <a:spLocks noGrp="1"/>
          </p:cNvSpPr>
          <p:nvPr>
            <p:ph type="body" idx="1"/>
          </p:nvPr>
        </p:nvSpPr>
        <p:spPr>
          <a:xfrm>
            <a:off x="274640" y="1212851"/>
            <a:ext cx="11887198" cy="2308324"/>
          </a:xfrm>
          <a:prstGeom prst="rect">
            <a:avLst/>
          </a:prstGeom>
        </p:spPr>
        <p:txBody>
          <a:bodyPr vert="horz" wrap="square" lIns="146304" tIns="91440" rIns="146304" bIns="9144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p:cNvPicPr>
            <a:picLocks noChangeAspect="1"/>
          </p:cNvPicPr>
          <p:nvPr userDrawn="1"/>
        </p:nvPicPr>
        <p:blipFill>
          <a:blip r:embed="rId30" cstate="screen">
            <a:extLst>
              <a:ext uri="{28A0092B-C50C-407E-A947-70E740481C1C}">
                <a14:useLocalDpi xmlns:a14="http://schemas.microsoft.com/office/drawing/2010/main"/>
              </a:ext>
            </a:extLst>
          </a:blip>
          <a:stretch>
            <a:fillRect/>
          </a:stretch>
        </p:blipFill>
        <p:spPr>
          <a:xfrm rot="5400000">
            <a:off x="9363858" y="3071982"/>
            <a:ext cx="6995160" cy="849926"/>
          </a:xfrm>
          <a:prstGeom prst="rect">
            <a:avLst/>
          </a:prstGeom>
        </p:spPr>
      </p:pic>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4524" r:id="rId1"/>
    <p:sldLayoutId id="2147484525" r:id="rId2"/>
    <p:sldLayoutId id="2147484526" r:id="rId3"/>
    <p:sldLayoutId id="2147484240" r:id="rId4"/>
    <p:sldLayoutId id="2147484529" r:id="rId5"/>
    <p:sldLayoutId id="2147484530" r:id="rId6"/>
    <p:sldLayoutId id="2147484531" r:id="rId7"/>
    <p:sldLayoutId id="2147484532" r:id="rId8"/>
    <p:sldLayoutId id="2147484533" r:id="rId9"/>
    <p:sldLayoutId id="2147484535" r:id="rId10"/>
    <p:sldLayoutId id="2147484251" r:id="rId11"/>
    <p:sldLayoutId id="2147484548" r:id="rId12"/>
    <p:sldLayoutId id="2147484536" r:id="rId13"/>
    <p:sldLayoutId id="2147484264" r:id="rId14"/>
    <p:sldLayoutId id="2147484537" r:id="rId15"/>
    <p:sldLayoutId id="2147484538" r:id="rId16"/>
    <p:sldLayoutId id="2147484539" r:id="rId17"/>
    <p:sldLayoutId id="2147484540" r:id="rId18"/>
    <p:sldLayoutId id="2147484541" r:id="rId19"/>
    <p:sldLayoutId id="2147484542" r:id="rId20"/>
    <p:sldLayoutId id="2147484543" r:id="rId21"/>
    <p:sldLayoutId id="2147484544" r:id="rId22"/>
    <p:sldLayoutId id="2147484545" r:id="rId23"/>
    <p:sldLayoutId id="2147484546" r:id="rId24"/>
    <p:sldLayoutId id="2147484299" r:id="rId25"/>
    <p:sldLayoutId id="2147484552" r:id="rId26"/>
    <p:sldLayoutId id="2147484556" r:id="rId27"/>
    <p:sldLayoutId id="2147484559" r:id="rId28"/>
  </p:sldLayoutIdLst>
  <p:transition>
    <p:fade/>
  </p:transition>
  <p:txStyles>
    <p:titleStyle>
      <a:lvl1pPr algn="l" defTabSz="932742" rtl="0" eaLnBrk="1" latinLnBrk="0" hangingPunct="1">
        <a:lnSpc>
          <a:spcPct val="90000"/>
        </a:lnSpc>
        <a:spcBef>
          <a:spcPct val="0"/>
        </a:spcBef>
        <a:buNone/>
        <a:defRPr lang="en-US" sz="4800" b="0" kern="1200" cap="none" spc="-1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1381" userDrawn="1">
          <p15:clr>
            <a:srgbClr val="C35EA4"/>
          </p15:clr>
        </p15:guide>
        <p15:guide id="4" pos="1528" userDrawn="1">
          <p15:clr>
            <a:srgbClr val="C35EA4"/>
          </p15:clr>
        </p15:guide>
        <p15:guide id="5" pos="2618" userDrawn="1">
          <p15:clr>
            <a:srgbClr val="C35EA4"/>
          </p15:clr>
        </p15:guide>
        <p15:guide id="6" pos="2765" userDrawn="1">
          <p15:clr>
            <a:srgbClr val="C35EA4"/>
          </p15:clr>
        </p15:guide>
        <p15:guide id="7" pos="3854" userDrawn="1">
          <p15:clr>
            <a:srgbClr val="C35EA4"/>
          </p15:clr>
        </p15:guide>
        <p15:guide id="8" pos="4003" userDrawn="1">
          <p15:clr>
            <a:srgbClr val="C35EA4"/>
          </p15:clr>
        </p15:guide>
        <p15:guide id="9" pos="5083" userDrawn="1">
          <p15:clr>
            <a:srgbClr val="C35EA4"/>
          </p15:clr>
        </p15:guide>
        <p15:guide id="10" pos="5230" userDrawn="1">
          <p15:clr>
            <a:srgbClr val="C35EA4"/>
          </p15:clr>
        </p15:guide>
        <p15:guide id="11" pos="6323" userDrawn="1">
          <p15:clr>
            <a:srgbClr val="C35EA4"/>
          </p15:clr>
        </p15:guide>
        <p15:guide id="12" pos="6469" userDrawn="1">
          <p15:clr>
            <a:srgbClr val="C35EA4"/>
          </p15:clr>
        </p15:guide>
        <p15:guide id="16" pos="293" userDrawn="1">
          <p15:clr>
            <a:srgbClr val="F26B43"/>
          </p15:clr>
        </p15:guide>
        <p15:guide id="17" pos="7558" userDrawn="1">
          <p15:clr>
            <a:srgbClr val="F26B43"/>
          </p15:clr>
        </p15:guide>
        <p15:guide id="18" orient="horz" pos="751" userDrawn="1">
          <p15:clr>
            <a:srgbClr val="5ACBF0"/>
          </p15:clr>
        </p15:guide>
        <p15:guide id="19" orient="horz" pos="1366" userDrawn="1">
          <p15:clr>
            <a:srgbClr val="5ACBF0"/>
          </p15:clr>
        </p15:guide>
        <p15:guide id="20" orient="horz" pos="605" userDrawn="1">
          <p15:clr>
            <a:srgbClr val="5ACBF0"/>
          </p15:clr>
        </p15:guide>
        <p15:guide id="21" orient="horz" pos="1514" userDrawn="1">
          <p15:clr>
            <a:srgbClr val="5ACBF0"/>
          </p15:clr>
        </p15:guide>
        <p15:guide id="22" orient="horz" pos="2130" userDrawn="1">
          <p15:clr>
            <a:srgbClr val="5ACBF0"/>
          </p15:clr>
        </p15:guide>
        <p15:guide id="23" orient="horz" pos="2275" userDrawn="1">
          <p15:clr>
            <a:srgbClr val="5ACBF0"/>
          </p15:clr>
        </p15:guide>
        <p15:guide id="25" orient="horz" pos="283" userDrawn="1">
          <p15:clr>
            <a:srgbClr val="F26B43"/>
          </p15:clr>
        </p15:guide>
        <p15:guide id="26" orient="horz" pos="4120" userDrawn="1">
          <p15:clr>
            <a:srgbClr val="F26B43"/>
          </p15:clr>
        </p15:guide>
        <p15:guide id="27" orient="horz" pos="2891" userDrawn="1">
          <p15:clr>
            <a:srgbClr val="5ACBF0"/>
          </p15:clr>
        </p15:guide>
        <p15:guide id="28" orient="horz" pos="3038" userDrawn="1">
          <p15:clr>
            <a:srgbClr val="5ACBF0"/>
          </p15:clr>
        </p15:guide>
        <p15:guide id="29" orient="horz" pos="3654" userDrawn="1">
          <p15:clr>
            <a:srgbClr val="5ACBF0"/>
          </p15:clr>
        </p15:guide>
        <p15:guide id="30" orient="horz" pos="3800" userDrawn="1">
          <p15:clr>
            <a:srgbClr val="5ACBF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hyperlink" Target="https://sharepoint.github.io/sp-dev-fx-property-controls" TargetMode="External"/><Relationship Id="rId2" Type="http://schemas.openxmlformats.org/officeDocument/2006/relationships/notesSlide" Target="../notesSlides/notesSlide4.xml"/><Relationship Id="rId1" Type="http://schemas.openxmlformats.org/officeDocument/2006/relationships/slideLayout" Target="../slideLayouts/slideLayout28.xml"/><Relationship Id="rId4" Type="http://schemas.openxmlformats.org/officeDocument/2006/relationships/image" Target="../media/image15.tiff"/></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8.xml"/><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hyperlink" Target="https://learn.microsoft.com/sharepoint/dev/spfx/sharepoint-framework-overview" TargetMode="External"/><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hyperlink" Target="https://sharepoint.github.io/sp-dev-fx-property-controls/" TargetMode="External"/><Relationship Id="rId4" Type="http://schemas.openxmlformats.org/officeDocument/2006/relationships/hyperlink" Target="https://learn.microsoft.com/sharepoint/dev/spfx/web-parts/basics/integrate-with-property-pane"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t>Working with the Web Part Property Pane</a:t>
            </a:r>
            <a:endParaRPr lang="en-US" dirty="0"/>
          </a:p>
        </p:txBody>
      </p:sp>
      <p:sp>
        <p:nvSpPr>
          <p:cNvPr id="5" name="Text Placeholder 4"/>
          <p:cNvSpPr>
            <a:spLocks noGrp="1"/>
          </p:cNvSpPr>
          <p:nvPr>
            <p:ph type="body" sz="quarter" idx="12"/>
          </p:nvPr>
        </p:nvSpPr>
        <p:spPr/>
        <p:txBody>
          <a:bodyPr/>
          <a:lstStyle/>
          <a:p>
            <a:r>
              <a:rPr lang="en-US" dirty="0"/>
              <a:t>Leveraging the </a:t>
            </a:r>
            <a:r>
              <a:rPr lang="en-US" dirty="0" err="1"/>
              <a:t>SPFx</a:t>
            </a:r>
            <a:r>
              <a:rPr lang="en-US" dirty="0"/>
              <a:t> PnP Reusable Property Pane Controls</a:t>
            </a:r>
          </a:p>
        </p:txBody>
      </p:sp>
    </p:spTree>
    <p:extLst>
      <p:ext uri="{BB962C8B-B14F-4D97-AF65-F5344CB8AC3E}">
        <p14:creationId xmlns:p14="http://schemas.microsoft.com/office/powerpoint/2010/main" val="699719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person standing in a room&#10;&#10;Description generated with very high confidence">
            <a:extLst>
              <a:ext uri="{FF2B5EF4-FFF2-40B4-BE49-F238E27FC236}">
                <a16:creationId xmlns:a16="http://schemas.microsoft.com/office/drawing/2014/main" id="{297CE05B-2BFB-9245-A0F0-B1C807F7EAA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942064" y="0"/>
            <a:ext cx="10494411" cy="6994525"/>
          </a:xfrm>
          <a:prstGeom prst="rect">
            <a:avLst/>
          </a:prstGeom>
        </p:spPr>
      </p:pic>
      <p:sp>
        <p:nvSpPr>
          <p:cNvPr id="7" name="Rectangle 6">
            <a:extLst>
              <a:ext uri="{FF2B5EF4-FFF2-40B4-BE49-F238E27FC236}">
                <a16:creationId xmlns:a16="http://schemas.microsoft.com/office/drawing/2014/main" id="{9A852F9E-D476-2648-BBF6-16FE76BAE418}"/>
              </a:ext>
            </a:extLst>
          </p:cNvPr>
          <p:cNvSpPr/>
          <p:nvPr/>
        </p:nvSpPr>
        <p:spPr bwMode="auto">
          <a:xfrm>
            <a:off x="0" y="0"/>
            <a:ext cx="10048876" cy="6994525"/>
          </a:xfrm>
          <a:prstGeom prst="rect">
            <a:avLst/>
          </a:prstGeom>
          <a:gradFill flip="none" rotWithShape="1">
            <a:gsLst>
              <a:gs pos="0">
                <a:schemeClr val="accent1">
                  <a:lumMod val="5000"/>
                  <a:lumOff val="95000"/>
                  <a:alpha val="0"/>
                </a:schemeClr>
              </a:gs>
              <a:gs pos="59000">
                <a:schemeClr val="bg1"/>
              </a:gs>
              <a:gs pos="100000">
                <a:schemeClr val="bg1"/>
              </a:gs>
            </a:gsLst>
            <a:lin ang="10800000" scaled="0"/>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3"/>
          <p:cNvSpPr>
            <a:spLocks noGrp="1"/>
          </p:cNvSpPr>
          <p:nvPr>
            <p:ph type="title"/>
          </p:nvPr>
        </p:nvSpPr>
        <p:spPr>
          <a:xfrm>
            <a:off x="465138" y="960438"/>
            <a:ext cx="3722689" cy="917575"/>
          </a:xfrm>
        </p:spPr>
        <p:txBody>
          <a:bodyPr/>
          <a:lstStyle/>
          <a:p>
            <a:r>
              <a:rPr lang="en-US" sz="2800" dirty="0"/>
              <a:t>Leverage the </a:t>
            </a:r>
            <a:r>
              <a:rPr lang="en-US" sz="2800" dirty="0" err="1"/>
              <a:t>SPFx</a:t>
            </a:r>
            <a:r>
              <a:rPr lang="en-US" sz="2800" dirty="0"/>
              <a:t> PnP Reusable Property Pane Controls</a:t>
            </a:r>
          </a:p>
        </p:txBody>
      </p:sp>
      <p:sp>
        <p:nvSpPr>
          <p:cNvPr id="5" name="Text Placeholder 4"/>
          <p:cNvSpPr>
            <a:spLocks noGrp="1"/>
          </p:cNvSpPr>
          <p:nvPr>
            <p:ph type="body" sz="quarter" idx="10"/>
          </p:nvPr>
        </p:nvSpPr>
        <p:spPr>
          <a:xfrm>
            <a:off x="465138" y="2574721"/>
            <a:ext cx="3914774" cy="3862387"/>
          </a:xfrm>
        </p:spPr>
        <p:txBody>
          <a:bodyPr/>
          <a:lstStyle/>
          <a:p>
            <a:pPr>
              <a:spcBef>
                <a:spcPts val="1200"/>
              </a:spcBef>
            </a:pPr>
            <a:r>
              <a:rPr lang="en-US" sz="2000" dirty="0"/>
              <a:t>Overview Reusable PnP Controls</a:t>
            </a:r>
          </a:p>
          <a:p>
            <a:pPr>
              <a:spcBef>
                <a:spcPts val="1200"/>
              </a:spcBef>
            </a:pPr>
            <a:r>
              <a:rPr lang="en-US" sz="2000" dirty="0"/>
              <a:t>Leveraging PnP Controls</a:t>
            </a:r>
          </a:p>
        </p:txBody>
      </p:sp>
    </p:spTree>
    <p:extLst>
      <p:ext uri="{BB962C8B-B14F-4D97-AF65-F5344CB8AC3E}">
        <p14:creationId xmlns:p14="http://schemas.microsoft.com/office/powerpoint/2010/main" val="6009099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8574419-87D0-6B49-92FD-ABA275A3F25D}"/>
              </a:ext>
            </a:extLst>
          </p:cNvPr>
          <p:cNvSpPr>
            <a:spLocks noGrp="1"/>
          </p:cNvSpPr>
          <p:nvPr>
            <p:ph type="body" sz="quarter" idx="10"/>
          </p:nvPr>
        </p:nvSpPr>
        <p:spPr/>
        <p:txBody>
          <a:bodyPr/>
          <a:lstStyle/>
          <a:p>
            <a:r>
              <a:rPr lang="en-US" dirty="0"/>
              <a:t>Property pane controls included in SharePoint Framework API are basic input controls	</a:t>
            </a:r>
          </a:p>
          <a:p>
            <a:pPr lvl="1"/>
            <a:r>
              <a:rPr lang="en-US" dirty="0"/>
              <a:t>Textbox, drop downs, sliders, toggles, links, </a:t>
            </a:r>
            <a:r>
              <a:rPr lang="en-US" dirty="0" err="1"/>
              <a:t>lables</a:t>
            </a:r>
            <a:r>
              <a:rPr lang="en-US" dirty="0"/>
              <a:t>, </a:t>
            </a:r>
            <a:r>
              <a:rPr lang="en-US" dirty="0" err="1"/>
              <a:t>etc</a:t>
            </a:r>
            <a:r>
              <a:rPr lang="en-US" dirty="0"/>
              <a:t>…</a:t>
            </a:r>
          </a:p>
          <a:p>
            <a:endParaRPr lang="en-US" dirty="0"/>
          </a:p>
          <a:p>
            <a:r>
              <a:rPr lang="en-US" dirty="0"/>
              <a:t>Don’t contain logic or details about current SharePoint site</a:t>
            </a:r>
          </a:p>
          <a:p>
            <a:pPr lvl="1"/>
            <a:r>
              <a:rPr lang="en-US" dirty="0"/>
              <a:t>Simple controls developers can use in web parts</a:t>
            </a:r>
          </a:p>
          <a:p>
            <a:pPr lvl="1"/>
            <a:r>
              <a:rPr lang="en-US" dirty="0"/>
              <a:t>Developers can add logic to initialize them (populate dropdown list with the lists from current site)</a:t>
            </a:r>
          </a:p>
          <a:p>
            <a:pPr lvl="1"/>
            <a:r>
              <a:rPr lang="en-US" dirty="0"/>
              <a:t>Developers can create custom property pane fields with these controls and additional business logic to create “smart controls”</a:t>
            </a:r>
          </a:p>
        </p:txBody>
      </p:sp>
      <p:sp>
        <p:nvSpPr>
          <p:cNvPr id="2" name="Title 1"/>
          <p:cNvSpPr>
            <a:spLocks noGrp="1"/>
          </p:cNvSpPr>
          <p:nvPr>
            <p:ph type="title"/>
          </p:nvPr>
        </p:nvSpPr>
        <p:spPr/>
        <p:txBody>
          <a:bodyPr/>
          <a:lstStyle/>
          <a:p>
            <a:r>
              <a:rPr lang="en-US" dirty="0"/>
              <a:t>Overview</a:t>
            </a:r>
            <a:endParaRPr lang="fi-FI" dirty="0"/>
          </a:p>
        </p:txBody>
      </p:sp>
    </p:spTree>
    <p:extLst>
      <p:ext uri="{BB962C8B-B14F-4D97-AF65-F5344CB8AC3E}">
        <p14:creationId xmlns:p14="http://schemas.microsoft.com/office/powerpoint/2010/main" val="3867645121"/>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BC94954-945E-6846-A5E5-E4729CBC3F96}"/>
              </a:ext>
            </a:extLst>
          </p:cNvPr>
          <p:cNvSpPr>
            <a:spLocks noGrp="1"/>
          </p:cNvSpPr>
          <p:nvPr>
            <p:ph type="body" sz="quarter" idx="10"/>
          </p:nvPr>
        </p:nvSpPr>
        <p:spPr>
          <a:xfrm>
            <a:off x="464400" y="1212850"/>
            <a:ext cx="11574000" cy="3287054"/>
          </a:xfrm>
        </p:spPr>
        <p:txBody>
          <a:bodyPr/>
          <a:lstStyle/>
          <a:p>
            <a:r>
              <a:rPr lang="en-US" dirty="0"/>
              <a:t>Open-source community library</a:t>
            </a:r>
          </a:p>
          <a:p>
            <a:endParaRPr lang="en-US" dirty="0"/>
          </a:p>
          <a:p>
            <a:r>
              <a:rPr lang="en-US" dirty="0"/>
              <a:t>Managed by the SharePoint </a:t>
            </a:r>
            <a:br>
              <a:rPr lang="en-US" dirty="0"/>
            </a:br>
            <a:r>
              <a:rPr lang="en-US" dirty="0"/>
              <a:t>Patterns &amp; Practices(PnP) team</a:t>
            </a:r>
          </a:p>
          <a:p>
            <a:endParaRPr lang="en-US" dirty="0"/>
          </a:p>
          <a:p>
            <a:r>
              <a:rPr lang="en-US" dirty="0"/>
              <a:t>Includes reusable controls with logic tied to existing SharePoint site</a:t>
            </a:r>
          </a:p>
          <a:p>
            <a:endParaRPr lang="en-US" dirty="0"/>
          </a:p>
          <a:p>
            <a:r>
              <a:rPr lang="en-US" dirty="0">
                <a:hlinkClick r:id="rId3"/>
              </a:rPr>
              <a:t>https://sharepoint.github.io/sp-dev-fx-property-controls</a:t>
            </a:r>
            <a:r>
              <a:rPr lang="en-US" dirty="0"/>
              <a:t> </a:t>
            </a:r>
          </a:p>
        </p:txBody>
      </p:sp>
      <p:sp>
        <p:nvSpPr>
          <p:cNvPr id="3" name="Title 2">
            <a:extLst>
              <a:ext uri="{FF2B5EF4-FFF2-40B4-BE49-F238E27FC236}">
                <a16:creationId xmlns:a16="http://schemas.microsoft.com/office/drawing/2014/main" id="{D3CEB240-EB2E-3A45-8ED2-234E5FB3572E}"/>
              </a:ext>
            </a:extLst>
          </p:cNvPr>
          <p:cNvSpPr>
            <a:spLocks noGrp="1"/>
          </p:cNvSpPr>
          <p:nvPr>
            <p:ph type="title"/>
          </p:nvPr>
        </p:nvSpPr>
        <p:spPr>
          <a:xfrm>
            <a:off x="464400" y="633600"/>
            <a:ext cx="11574000" cy="387798"/>
          </a:xfrm>
        </p:spPr>
        <p:txBody>
          <a:bodyPr/>
          <a:lstStyle/>
          <a:p>
            <a:r>
              <a:rPr lang="en-US" dirty="0"/>
              <a:t>Property Pane Controls for </a:t>
            </a:r>
            <a:r>
              <a:rPr lang="en-US" dirty="0" err="1"/>
              <a:t>SPFx</a:t>
            </a:r>
            <a:endParaRPr lang="en-US" dirty="0"/>
          </a:p>
        </p:txBody>
      </p:sp>
      <p:pic>
        <p:nvPicPr>
          <p:cNvPr id="4" name="Picture 3">
            <a:extLst>
              <a:ext uri="{FF2B5EF4-FFF2-40B4-BE49-F238E27FC236}">
                <a16:creationId xmlns:a16="http://schemas.microsoft.com/office/drawing/2014/main" id="{311A4A71-DF67-2446-9C9C-3E9BC5736B6D}"/>
              </a:ext>
            </a:extLst>
          </p:cNvPr>
          <p:cNvPicPr>
            <a:picLocks noChangeAspect="1"/>
          </p:cNvPicPr>
          <p:nvPr/>
        </p:nvPicPr>
        <p:blipFill>
          <a:blip r:embed="rId4"/>
          <a:stretch>
            <a:fillRect/>
          </a:stretch>
        </p:blipFill>
        <p:spPr>
          <a:xfrm>
            <a:off x="7073198" y="1212850"/>
            <a:ext cx="3575548" cy="1115571"/>
          </a:xfrm>
          <a:prstGeom prst="rect">
            <a:avLst/>
          </a:prstGeom>
        </p:spPr>
      </p:pic>
    </p:spTree>
    <p:extLst>
      <p:ext uri="{BB962C8B-B14F-4D97-AF65-F5344CB8AC3E}">
        <p14:creationId xmlns:p14="http://schemas.microsoft.com/office/powerpoint/2010/main" val="834132441"/>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8295CED-A4DC-334E-BC0A-D9242C872543}"/>
              </a:ext>
            </a:extLst>
          </p:cNvPr>
          <p:cNvSpPr>
            <a:spLocks noGrp="1"/>
          </p:cNvSpPr>
          <p:nvPr>
            <p:ph type="body" sz="quarter" idx="10"/>
          </p:nvPr>
        </p:nvSpPr>
        <p:spPr/>
        <p:txBody>
          <a:bodyPr/>
          <a:lstStyle/>
          <a:p>
            <a:r>
              <a:rPr lang="en-US" dirty="0" err="1"/>
              <a:t>PropertyFieldColorPicker</a:t>
            </a:r>
            <a:endParaRPr lang="en-US" dirty="0"/>
          </a:p>
          <a:p>
            <a:pPr lvl="1"/>
            <a:r>
              <a:rPr lang="en-US" dirty="0"/>
              <a:t>Generates a color picker</a:t>
            </a:r>
          </a:p>
          <a:p>
            <a:r>
              <a:rPr lang="en-US" dirty="0" err="1"/>
              <a:t>PropertyFieldDateTimePicker</a:t>
            </a:r>
            <a:endParaRPr lang="en-US" dirty="0"/>
          </a:p>
          <a:p>
            <a:pPr lvl="1"/>
            <a:r>
              <a:rPr lang="en-US" dirty="0"/>
              <a:t>Create a datetime picker</a:t>
            </a:r>
          </a:p>
          <a:p>
            <a:r>
              <a:rPr lang="en-US" dirty="0" err="1"/>
              <a:t>PropertyFieldListPicker</a:t>
            </a:r>
            <a:endParaRPr lang="en-US" dirty="0"/>
          </a:p>
          <a:p>
            <a:pPr lvl="1"/>
            <a:r>
              <a:rPr lang="en-US" dirty="0"/>
              <a:t>Displays dropdown of lists from current SharePoint site</a:t>
            </a:r>
          </a:p>
          <a:p>
            <a:pPr lvl="1"/>
            <a:r>
              <a:rPr lang="en-US" dirty="0"/>
              <a:t>Supports single or multi-select</a:t>
            </a:r>
          </a:p>
          <a:p>
            <a:r>
              <a:rPr lang="en-US" dirty="0" err="1"/>
              <a:t>PropertyFieldPeoplePicker</a:t>
            </a:r>
            <a:endParaRPr lang="en-US" dirty="0"/>
          </a:p>
          <a:p>
            <a:pPr lvl="1"/>
            <a:r>
              <a:rPr lang="en-US" dirty="0"/>
              <a:t>Lists users &amp; groups from the current SharePoint site</a:t>
            </a:r>
          </a:p>
          <a:p>
            <a:r>
              <a:rPr lang="en-US" i="1" dirty="0"/>
              <a:t>… and many more!</a:t>
            </a:r>
          </a:p>
        </p:txBody>
      </p:sp>
      <p:sp>
        <p:nvSpPr>
          <p:cNvPr id="3" name="Title 2">
            <a:extLst>
              <a:ext uri="{FF2B5EF4-FFF2-40B4-BE49-F238E27FC236}">
                <a16:creationId xmlns:a16="http://schemas.microsoft.com/office/drawing/2014/main" id="{2415F62C-6C3C-4D48-A4B2-150A482BFC87}"/>
              </a:ext>
            </a:extLst>
          </p:cNvPr>
          <p:cNvSpPr>
            <a:spLocks noGrp="1"/>
          </p:cNvSpPr>
          <p:nvPr>
            <p:ph type="title"/>
          </p:nvPr>
        </p:nvSpPr>
        <p:spPr/>
        <p:txBody>
          <a:bodyPr/>
          <a:lstStyle/>
          <a:p>
            <a:r>
              <a:rPr lang="en-US" dirty="0"/>
              <a:t>Popular Controls from the PnP Library</a:t>
            </a:r>
          </a:p>
        </p:txBody>
      </p:sp>
      <p:pic>
        <p:nvPicPr>
          <p:cNvPr id="4" name="Picture 3">
            <a:extLst>
              <a:ext uri="{FF2B5EF4-FFF2-40B4-BE49-F238E27FC236}">
                <a16:creationId xmlns:a16="http://schemas.microsoft.com/office/drawing/2014/main" id="{4CFCD198-BBF4-D541-B46D-D47848B61F6E}"/>
              </a:ext>
            </a:extLst>
          </p:cNvPr>
          <p:cNvPicPr>
            <a:picLocks noChangeAspect="1"/>
          </p:cNvPicPr>
          <p:nvPr/>
        </p:nvPicPr>
        <p:blipFill>
          <a:blip r:embed="rId3"/>
          <a:stretch>
            <a:fillRect/>
          </a:stretch>
        </p:blipFill>
        <p:spPr>
          <a:xfrm>
            <a:off x="6773862" y="1087437"/>
            <a:ext cx="5232400" cy="1143000"/>
          </a:xfrm>
          <a:prstGeom prst="rect">
            <a:avLst/>
          </a:prstGeom>
        </p:spPr>
      </p:pic>
      <p:pic>
        <p:nvPicPr>
          <p:cNvPr id="5" name="Picture 4">
            <a:extLst>
              <a:ext uri="{FF2B5EF4-FFF2-40B4-BE49-F238E27FC236}">
                <a16:creationId xmlns:a16="http://schemas.microsoft.com/office/drawing/2014/main" id="{39A35E8C-E106-0E43-8C4C-C8B2EBA19FEC}"/>
              </a:ext>
            </a:extLst>
          </p:cNvPr>
          <p:cNvPicPr>
            <a:picLocks noChangeAspect="1"/>
          </p:cNvPicPr>
          <p:nvPr/>
        </p:nvPicPr>
        <p:blipFill>
          <a:blip r:embed="rId4"/>
          <a:stretch>
            <a:fillRect/>
          </a:stretch>
        </p:blipFill>
        <p:spPr>
          <a:xfrm>
            <a:off x="7675563" y="2230437"/>
            <a:ext cx="4330700" cy="1257300"/>
          </a:xfrm>
          <a:prstGeom prst="rect">
            <a:avLst/>
          </a:prstGeom>
        </p:spPr>
      </p:pic>
      <p:pic>
        <p:nvPicPr>
          <p:cNvPr id="6" name="Picture 5">
            <a:extLst>
              <a:ext uri="{FF2B5EF4-FFF2-40B4-BE49-F238E27FC236}">
                <a16:creationId xmlns:a16="http://schemas.microsoft.com/office/drawing/2014/main" id="{93390DEA-B625-1D41-98EA-EC9FB473F119}"/>
              </a:ext>
            </a:extLst>
          </p:cNvPr>
          <p:cNvPicPr>
            <a:picLocks noChangeAspect="1"/>
          </p:cNvPicPr>
          <p:nvPr/>
        </p:nvPicPr>
        <p:blipFill>
          <a:blip r:embed="rId5"/>
          <a:stretch>
            <a:fillRect/>
          </a:stretch>
        </p:blipFill>
        <p:spPr>
          <a:xfrm>
            <a:off x="7675563" y="3381375"/>
            <a:ext cx="3455988" cy="3332926"/>
          </a:xfrm>
          <a:prstGeom prst="rect">
            <a:avLst/>
          </a:prstGeom>
        </p:spPr>
      </p:pic>
    </p:spTree>
    <p:extLst>
      <p:ext uri="{BB962C8B-B14F-4D97-AF65-F5344CB8AC3E}">
        <p14:creationId xmlns:p14="http://schemas.microsoft.com/office/powerpoint/2010/main" val="2622961867"/>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07CAA2D-2A46-1A44-9170-801107B990D0}"/>
              </a:ext>
            </a:extLst>
          </p:cNvPr>
          <p:cNvSpPr>
            <a:spLocks noGrp="1"/>
          </p:cNvSpPr>
          <p:nvPr>
            <p:ph type="title"/>
          </p:nvPr>
        </p:nvSpPr>
        <p:spPr/>
        <p:txBody>
          <a:bodyPr/>
          <a:lstStyle/>
          <a:p>
            <a:r>
              <a:rPr lang="en-US" dirty="0"/>
              <a:t>Adding to your project</a:t>
            </a:r>
          </a:p>
        </p:txBody>
      </p:sp>
      <p:sp>
        <p:nvSpPr>
          <p:cNvPr id="5" name="Text Placeholder 4">
            <a:extLst>
              <a:ext uri="{FF2B5EF4-FFF2-40B4-BE49-F238E27FC236}">
                <a16:creationId xmlns:a16="http://schemas.microsoft.com/office/drawing/2014/main" id="{BD588FA5-E13C-3C46-8ECD-2F2F7E40BE3F}"/>
              </a:ext>
            </a:extLst>
          </p:cNvPr>
          <p:cNvSpPr>
            <a:spLocks noGrp="1"/>
          </p:cNvSpPr>
          <p:nvPr>
            <p:ph type="body" sz="quarter" idx="10"/>
          </p:nvPr>
        </p:nvSpPr>
        <p:spPr/>
        <p:txBody>
          <a:bodyPr/>
          <a:lstStyle/>
          <a:p>
            <a:r>
              <a:rPr lang="en-US" sz="1400" dirty="0">
                <a:solidFill>
                  <a:srgbClr val="FF0000"/>
                </a:solidFill>
              </a:rPr>
              <a:t>// install as NPM package</a:t>
            </a:r>
          </a:p>
          <a:p>
            <a:r>
              <a:rPr lang="en-US" sz="1400" dirty="0" err="1"/>
              <a:t>npm</a:t>
            </a:r>
            <a:r>
              <a:rPr lang="en-US" sz="1400" dirty="0"/>
              <a:t> install @</a:t>
            </a:r>
            <a:r>
              <a:rPr lang="en-US" sz="1400" dirty="0" err="1"/>
              <a:t>pnp</a:t>
            </a:r>
            <a:r>
              <a:rPr lang="en-US" sz="1400" dirty="0"/>
              <a:t>/</a:t>
            </a:r>
            <a:r>
              <a:rPr lang="en-US" sz="1400" dirty="0" err="1"/>
              <a:t>spfx</a:t>
            </a:r>
            <a:r>
              <a:rPr lang="en-US" sz="1400" dirty="0"/>
              <a:t>-property-controls --save --save-exact</a:t>
            </a:r>
          </a:p>
          <a:p>
            <a:endParaRPr lang="en-US" sz="1400" b="1" dirty="0"/>
          </a:p>
          <a:p>
            <a:r>
              <a:rPr lang="en-US" sz="1400" dirty="0">
                <a:solidFill>
                  <a:srgbClr val="FF0000"/>
                </a:solidFill>
              </a:rPr>
              <a:t>// import reference in web part</a:t>
            </a:r>
          </a:p>
          <a:p>
            <a:r>
              <a:rPr lang="en-US" sz="1400" dirty="0">
                <a:solidFill>
                  <a:schemeClr val="tx1"/>
                </a:solidFill>
              </a:rPr>
              <a:t>import { </a:t>
            </a:r>
            <a:r>
              <a:rPr lang="en-US" sz="1400" dirty="0" err="1">
                <a:solidFill>
                  <a:schemeClr val="tx1"/>
                </a:solidFill>
              </a:rPr>
              <a:t>PropertyFieldListPicker</a:t>
            </a:r>
            <a:r>
              <a:rPr lang="en-US" sz="1400" dirty="0">
                <a:solidFill>
                  <a:schemeClr val="tx1"/>
                </a:solidFill>
              </a:rPr>
              <a:t>, </a:t>
            </a:r>
            <a:r>
              <a:rPr lang="en-US" sz="1400" dirty="0" err="1">
                <a:solidFill>
                  <a:schemeClr val="tx1"/>
                </a:solidFill>
              </a:rPr>
              <a:t>PropertyFieldListPickerOrderBy</a:t>
            </a:r>
            <a:r>
              <a:rPr lang="en-US" sz="1400" dirty="0">
                <a:solidFill>
                  <a:schemeClr val="tx1"/>
                </a:solidFill>
              </a:rPr>
              <a:t> } from '@</a:t>
            </a:r>
            <a:r>
              <a:rPr lang="en-US" sz="1400" dirty="0" err="1">
                <a:solidFill>
                  <a:schemeClr val="tx1"/>
                </a:solidFill>
              </a:rPr>
              <a:t>pnp</a:t>
            </a:r>
            <a:r>
              <a:rPr lang="en-US" sz="1400" dirty="0">
                <a:solidFill>
                  <a:schemeClr val="tx1"/>
                </a:solidFill>
              </a:rPr>
              <a:t>/</a:t>
            </a:r>
            <a:r>
              <a:rPr lang="en-US" sz="1400" dirty="0" err="1">
                <a:solidFill>
                  <a:schemeClr val="tx1"/>
                </a:solidFill>
              </a:rPr>
              <a:t>spfx</a:t>
            </a:r>
            <a:r>
              <a:rPr lang="en-US" sz="1400" dirty="0">
                <a:solidFill>
                  <a:schemeClr val="tx1"/>
                </a:solidFill>
              </a:rPr>
              <a:t>-property-controls/lib/</a:t>
            </a:r>
            <a:r>
              <a:rPr lang="en-US" sz="1400" dirty="0" err="1">
                <a:solidFill>
                  <a:schemeClr val="tx1"/>
                </a:solidFill>
              </a:rPr>
              <a:t>PropertyFieldListPicker</a:t>
            </a:r>
            <a:r>
              <a:rPr lang="en-US" sz="1400" dirty="0">
                <a:solidFill>
                  <a:schemeClr val="tx1"/>
                </a:solidFill>
              </a:rPr>
              <a:t>’;</a:t>
            </a:r>
          </a:p>
          <a:p>
            <a:endParaRPr lang="en-US" sz="1400" dirty="0">
              <a:solidFill>
                <a:srgbClr val="FF0000"/>
              </a:solidFill>
            </a:endParaRPr>
          </a:p>
          <a:p>
            <a:r>
              <a:rPr lang="en-US" sz="1400" dirty="0">
                <a:solidFill>
                  <a:srgbClr val="FF0000"/>
                </a:solidFill>
              </a:rPr>
              <a:t>// add to property pane configuration</a:t>
            </a:r>
          </a:p>
          <a:p>
            <a:r>
              <a:rPr lang="en-US" sz="1400" dirty="0" err="1">
                <a:solidFill>
                  <a:schemeClr val="tx1"/>
                </a:solidFill>
              </a:rPr>
              <a:t>PropertyFieldListPicker</a:t>
            </a:r>
            <a:r>
              <a:rPr lang="en-US" sz="1400" dirty="0">
                <a:solidFill>
                  <a:schemeClr val="tx1"/>
                </a:solidFill>
              </a:rPr>
              <a:t>('lists', {</a:t>
            </a:r>
          </a:p>
          <a:p>
            <a:r>
              <a:rPr lang="en-US" sz="1400" dirty="0">
                <a:solidFill>
                  <a:schemeClr val="tx1"/>
                </a:solidFill>
              </a:rPr>
              <a:t>  label: 'Select a list',</a:t>
            </a:r>
          </a:p>
          <a:p>
            <a:r>
              <a:rPr lang="en-US" sz="1400" dirty="0">
                <a:solidFill>
                  <a:schemeClr val="tx1"/>
                </a:solidFill>
              </a:rPr>
              <a:t>  </a:t>
            </a:r>
            <a:r>
              <a:rPr lang="en-US" sz="1400" dirty="0" err="1">
                <a:solidFill>
                  <a:schemeClr val="tx1"/>
                </a:solidFill>
              </a:rPr>
              <a:t>selectedList</a:t>
            </a:r>
            <a:r>
              <a:rPr lang="en-US" sz="1400" dirty="0">
                <a:solidFill>
                  <a:schemeClr val="tx1"/>
                </a:solidFill>
              </a:rPr>
              <a:t>: </a:t>
            </a:r>
            <a:r>
              <a:rPr lang="en-US" sz="1400" dirty="0" err="1">
                <a:solidFill>
                  <a:schemeClr val="tx1"/>
                </a:solidFill>
              </a:rPr>
              <a:t>this.properties.lists</a:t>
            </a:r>
            <a:r>
              <a:rPr lang="en-US" sz="1400" dirty="0">
                <a:solidFill>
                  <a:schemeClr val="tx1"/>
                </a:solidFill>
              </a:rPr>
              <a:t>,</a:t>
            </a:r>
          </a:p>
          <a:p>
            <a:r>
              <a:rPr lang="en-US" sz="1400" dirty="0">
                <a:solidFill>
                  <a:schemeClr val="tx1"/>
                </a:solidFill>
              </a:rPr>
              <a:t>  </a:t>
            </a:r>
            <a:r>
              <a:rPr lang="en-US" sz="1400" dirty="0" err="1">
                <a:solidFill>
                  <a:schemeClr val="tx1"/>
                </a:solidFill>
              </a:rPr>
              <a:t>includeHidden</a:t>
            </a:r>
            <a:r>
              <a:rPr lang="en-US" sz="1400" dirty="0">
                <a:solidFill>
                  <a:schemeClr val="tx1"/>
                </a:solidFill>
              </a:rPr>
              <a:t>: false,</a:t>
            </a:r>
          </a:p>
          <a:p>
            <a:r>
              <a:rPr lang="en-US" sz="1400" dirty="0">
                <a:solidFill>
                  <a:schemeClr val="tx1"/>
                </a:solidFill>
              </a:rPr>
              <a:t>  </a:t>
            </a:r>
            <a:r>
              <a:rPr lang="en-US" sz="1400" dirty="0" err="1">
                <a:solidFill>
                  <a:schemeClr val="tx1"/>
                </a:solidFill>
              </a:rPr>
              <a:t>orderBy</a:t>
            </a:r>
            <a:r>
              <a:rPr lang="en-US" sz="1400" dirty="0">
                <a:solidFill>
                  <a:schemeClr val="tx1"/>
                </a:solidFill>
              </a:rPr>
              <a:t>: </a:t>
            </a:r>
            <a:r>
              <a:rPr lang="en-US" sz="1400" dirty="0" err="1">
                <a:solidFill>
                  <a:schemeClr val="tx1"/>
                </a:solidFill>
              </a:rPr>
              <a:t>PropertyFieldListPickerOrderBy.Title</a:t>
            </a:r>
            <a:r>
              <a:rPr lang="en-US" sz="1400" dirty="0">
                <a:solidFill>
                  <a:schemeClr val="tx1"/>
                </a:solidFill>
              </a:rPr>
              <a:t>,</a:t>
            </a:r>
          </a:p>
          <a:p>
            <a:r>
              <a:rPr lang="en-US" sz="1400" dirty="0">
                <a:solidFill>
                  <a:schemeClr val="tx1"/>
                </a:solidFill>
              </a:rPr>
              <a:t>  disabled: false,</a:t>
            </a:r>
          </a:p>
          <a:p>
            <a:r>
              <a:rPr lang="en-US" sz="1400" dirty="0">
                <a:solidFill>
                  <a:schemeClr val="tx1"/>
                </a:solidFill>
              </a:rPr>
              <a:t>  </a:t>
            </a:r>
            <a:r>
              <a:rPr lang="en-US" sz="1400" dirty="0" err="1">
                <a:solidFill>
                  <a:schemeClr val="tx1"/>
                </a:solidFill>
              </a:rPr>
              <a:t>onPropertyChange</a:t>
            </a:r>
            <a:r>
              <a:rPr lang="en-US" sz="1400" dirty="0">
                <a:solidFill>
                  <a:schemeClr val="tx1"/>
                </a:solidFill>
              </a:rPr>
              <a:t>: </a:t>
            </a:r>
            <a:r>
              <a:rPr lang="en-US" sz="1400" dirty="0" err="1">
                <a:solidFill>
                  <a:schemeClr val="tx1"/>
                </a:solidFill>
              </a:rPr>
              <a:t>this.onPropertyPaneFieldChanged.bind</a:t>
            </a:r>
            <a:r>
              <a:rPr lang="en-US" sz="1400" dirty="0">
                <a:solidFill>
                  <a:schemeClr val="tx1"/>
                </a:solidFill>
              </a:rPr>
              <a:t>(this),</a:t>
            </a:r>
          </a:p>
          <a:p>
            <a:r>
              <a:rPr lang="en-US" sz="1400" dirty="0">
                <a:solidFill>
                  <a:schemeClr val="tx1"/>
                </a:solidFill>
              </a:rPr>
              <a:t>  properties: </a:t>
            </a:r>
            <a:r>
              <a:rPr lang="en-US" sz="1400" dirty="0" err="1">
                <a:solidFill>
                  <a:schemeClr val="tx1"/>
                </a:solidFill>
              </a:rPr>
              <a:t>this.properties</a:t>
            </a:r>
            <a:r>
              <a:rPr lang="en-US" sz="1400" dirty="0">
                <a:solidFill>
                  <a:schemeClr val="tx1"/>
                </a:solidFill>
              </a:rPr>
              <a:t>,</a:t>
            </a:r>
          </a:p>
          <a:p>
            <a:r>
              <a:rPr lang="en-US" sz="1400" dirty="0">
                <a:solidFill>
                  <a:schemeClr val="tx1"/>
                </a:solidFill>
              </a:rPr>
              <a:t>  context: </a:t>
            </a:r>
            <a:r>
              <a:rPr lang="en-US" sz="1400" dirty="0" err="1">
                <a:solidFill>
                  <a:schemeClr val="tx1"/>
                </a:solidFill>
              </a:rPr>
              <a:t>this.context</a:t>
            </a:r>
            <a:r>
              <a:rPr lang="en-US" sz="1400" dirty="0">
                <a:solidFill>
                  <a:schemeClr val="tx1"/>
                </a:solidFill>
              </a:rPr>
              <a:t>,</a:t>
            </a:r>
          </a:p>
          <a:p>
            <a:r>
              <a:rPr lang="en-US" sz="1400" dirty="0">
                <a:solidFill>
                  <a:schemeClr val="tx1"/>
                </a:solidFill>
              </a:rPr>
              <a:t>  </a:t>
            </a:r>
            <a:r>
              <a:rPr lang="en-US" sz="1400" dirty="0" err="1">
                <a:solidFill>
                  <a:schemeClr val="tx1"/>
                </a:solidFill>
              </a:rPr>
              <a:t>onGetErrorMessage</a:t>
            </a:r>
            <a:r>
              <a:rPr lang="en-US" sz="1400" dirty="0">
                <a:solidFill>
                  <a:schemeClr val="tx1"/>
                </a:solidFill>
              </a:rPr>
              <a:t>: null,</a:t>
            </a:r>
          </a:p>
          <a:p>
            <a:r>
              <a:rPr lang="en-US" sz="1400" dirty="0">
                <a:solidFill>
                  <a:schemeClr val="tx1"/>
                </a:solidFill>
              </a:rPr>
              <a:t>  </a:t>
            </a:r>
            <a:r>
              <a:rPr lang="en-US" sz="1400" dirty="0" err="1">
                <a:solidFill>
                  <a:schemeClr val="tx1"/>
                </a:solidFill>
              </a:rPr>
              <a:t>deferredValidationTime</a:t>
            </a:r>
            <a:r>
              <a:rPr lang="en-US" sz="1400" dirty="0">
                <a:solidFill>
                  <a:schemeClr val="tx1"/>
                </a:solidFill>
              </a:rPr>
              <a:t>: 0,</a:t>
            </a:r>
          </a:p>
          <a:p>
            <a:r>
              <a:rPr lang="en-US" sz="1400" dirty="0">
                <a:solidFill>
                  <a:schemeClr val="tx1"/>
                </a:solidFill>
              </a:rPr>
              <a:t>  key: '</a:t>
            </a:r>
            <a:r>
              <a:rPr lang="en-US" sz="1400" dirty="0" err="1">
                <a:solidFill>
                  <a:schemeClr val="tx1"/>
                </a:solidFill>
              </a:rPr>
              <a:t>listPickerFieldId</a:t>
            </a:r>
            <a:r>
              <a:rPr lang="en-US" sz="1400" dirty="0">
                <a:solidFill>
                  <a:schemeClr val="tx1"/>
                </a:solidFill>
              </a:rPr>
              <a:t>'</a:t>
            </a:r>
          </a:p>
          <a:p>
            <a:r>
              <a:rPr lang="en-US" sz="1400" dirty="0">
                <a:solidFill>
                  <a:schemeClr val="tx1"/>
                </a:solidFill>
              </a:rPr>
              <a:t>})</a:t>
            </a:r>
          </a:p>
        </p:txBody>
      </p:sp>
    </p:spTree>
    <p:extLst>
      <p:ext uri="{BB962C8B-B14F-4D97-AF65-F5344CB8AC3E}">
        <p14:creationId xmlns:p14="http://schemas.microsoft.com/office/powerpoint/2010/main" val="1244921807"/>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Demo</a:t>
            </a:r>
            <a:br>
              <a:rPr lang="en-US" dirty="0"/>
            </a:br>
            <a:r>
              <a:rPr lang="en-US" sz="2400" dirty="0"/>
              <a:t>Leveraging the </a:t>
            </a:r>
            <a:r>
              <a:rPr lang="en-US" sz="2400" dirty="0" err="1"/>
              <a:t>SPFx</a:t>
            </a:r>
            <a:r>
              <a:rPr lang="en-US" sz="2400" dirty="0"/>
              <a:t> PnP Reusable Property Pane Controls</a:t>
            </a:r>
            <a:endParaRPr lang="en-US" dirty="0"/>
          </a:p>
        </p:txBody>
      </p:sp>
    </p:spTree>
    <p:extLst>
      <p:ext uri="{BB962C8B-B14F-4D97-AF65-F5344CB8AC3E}">
        <p14:creationId xmlns:p14="http://schemas.microsoft.com/office/powerpoint/2010/main" val="2929844716"/>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oup of people sitting at a table&#10;&#10;Description generated with high confidence">
            <a:extLst>
              <a:ext uri="{FF2B5EF4-FFF2-40B4-BE49-F238E27FC236}">
                <a16:creationId xmlns:a16="http://schemas.microsoft.com/office/drawing/2014/main" id="{D2306968-4303-2646-8585-0AC3A60408F7}"/>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2"/>
          <a:stretch/>
        </p:blipFill>
        <p:spPr>
          <a:xfrm flipH="1">
            <a:off x="1943100" y="0"/>
            <a:ext cx="10493376" cy="6994525"/>
          </a:xfrm>
          <a:prstGeom prst="rect">
            <a:avLst/>
          </a:prstGeom>
        </p:spPr>
      </p:pic>
      <p:sp>
        <p:nvSpPr>
          <p:cNvPr id="6" name="Rectangle 5">
            <a:extLst>
              <a:ext uri="{FF2B5EF4-FFF2-40B4-BE49-F238E27FC236}">
                <a16:creationId xmlns:a16="http://schemas.microsoft.com/office/drawing/2014/main" id="{983A2655-A41F-244A-9475-FD805B4A5770}"/>
              </a:ext>
            </a:extLst>
          </p:cNvPr>
          <p:cNvSpPr/>
          <p:nvPr/>
        </p:nvSpPr>
        <p:spPr bwMode="auto">
          <a:xfrm>
            <a:off x="0" y="0"/>
            <a:ext cx="10048876" cy="6994525"/>
          </a:xfrm>
          <a:prstGeom prst="rect">
            <a:avLst/>
          </a:prstGeom>
          <a:gradFill flip="none" rotWithShape="1">
            <a:gsLst>
              <a:gs pos="0">
                <a:schemeClr val="accent1">
                  <a:lumMod val="5000"/>
                  <a:lumOff val="95000"/>
                  <a:alpha val="0"/>
                </a:schemeClr>
              </a:gs>
              <a:gs pos="59000">
                <a:schemeClr val="bg1"/>
              </a:gs>
              <a:gs pos="100000">
                <a:schemeClr val="bg1"/>
              </a:gs>
            </a:gsLst>
            <a:lin ang="10800000" scaled="0"/>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3">
            <a:extLst>
              <a:ext uri="{FF2B5EF4-FFF2-40B4-BE49-F238E27FC236}">
                <a16:creationId xmlns:a16="http://schemas.microsoft.com/office/drawing/2014/main" id="{8047349F-0B8F-4D12-A39C-718C1C57DDFF}"/>
              </a:ext>
            </a:extLst>
          </p:cNvPr>
          <p:cNvSpPr>
            <a:spLocks noGrp="1"/>
          </p:cNvSpPr>
          <p:nvPr>
            <p:ph type="title"/>
          </p:nvPr>
        </p:nvSpPr>
        <p:spPr>
          <a:xfrm>
            <a:off x="465138" y="1843063"/>
            <a:ext cx="11533187" cy="411162"/>
          </a:xfrm>
        </p:spPr>
        <p:txBody>
          <a:bodyPr/>
          <a:lstStyle/>
          <a:p>
            <a:r>
              <a:rPr lang="en-US" dirty="0"/>
              <a:t>Summary</a:t>
            </a:r>
          </a:p>
        </p:txBody>
      </p:sp>
      <p:sp>
        <p:nvSpPr>
          <p:cNvPr id="10" name="Text Placeholder 6">
            <a:extLst>
              <a:ext uri="{FF2B5EF4-FFF2-40B4-BE49-F238E27FC236}">
                <a16:creationId xmlns:a16="http://schemas.microsoft.com/office/drawing/2014/main" id="{61D48218-75E0-4C6C-BFA7-A1010BADED35}"/>
              </a:ext>
            </a:extLst>
          </p:cNvPr>
          <p:cNvSpPr txBox="1">
            <a:spLocks/>
          </p:cNvSpPr>
          <p:nvPr/>
        </p:nvSpPr>
        <p:spPr>
          <a:xfrm>
            <a:off x="465139" y="2621905"/>
            <a:ext cx="4234184" cy="674031"/>
          </a:xfrm>
          <a:prstGeom prst="rect">
            <a:avLst/>
          </a:prstGeom>
        </p:spPr>
        <p:txBody>
          <a:bodyPr vert="horz" wrap="square" lIns="0" tIns="0" rIns="0" bIns="0" rtlCol="0">
            <a:spAutoFit/>
          </a:bodyPr>
          <a:lstStyle>
            <a:lvl1pPr marL="0" marR="0" indent="0" algn="l" defTabSz="932742" rtl="0" eaLnBrk="1" fontAlgn="auto" latinLnBrk="0" hangingPunct="1">
              <a:lnSpc>
                <a:spcPts val="1800"/>
              </a:lnSpc>
              <a:spcBef>
                <a:spcPts val="0"/>
              </a:spcBef>
              <a:spcAft>
                <a:spcPts val="0"/>
              </a:spcAft>
              <a:buClrTx/>
              <a:buSzPct val="90000"/>
              <a:buFont typeface="Wingdings" panose="05000000000000000000" pitchFamily="2" charset="2"/>
              <a:buNone/>
              <a:tabLst/>
              <a:defRPr sz="1400" b="1" kern="1200" spc="0" baseline="0">
                <a:solidFill>
                  <a:schemeClr val="tx1"/>
                </a:solidFill>
                <a:latin typeface="+mn-lt"/>
                <a:ea typeface="+mn-ea"/>
                <a:cs typeface="+mn-cs"/>
              </a:defRPr>
            </a:lvl1pPr>
            <a:lvl2pPr marL="0" marR="0" indent="0" algn="l" defTabSz="932742" rtl="0" eaLnBrk="1" fontAlgn="auto" latinLnBrk="0" hangingPunct="1">
              <a:lnSpc>
                <a:spcPts val="1800"/>
              </a:lnSpc>
              <a:spcBef>
                <a:spcPts val="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2pPr>
            <a:lvl3pPr marL="457200"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2400" kern="1200" spc="0" baseline="0">
                <a:gradFill>
                  <a:gsLst>
                    <a:gs pos="1250">
                      <a:schemeClr val="tx1"/>
                    </a:gs>
                    <a:gs pos="100000">
                      <a:schemeClr val="tx1"/>
                    </a:gs>
                  </a:gsLst>
                  <a:lin ang="5400000" scaled="0"/>
                </a:gradFill>
                <a:latin typeface="+mn-lt"/>
                <a:ea typeface="+mn-ea"/>
                <a:cs typeface="+mn-cs"/>
              </a:defRPr>
            </a:lvl3pPr>
            <a:lvl4pPr marL="685800"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22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nSpc>
                <a:spcPct val="90000"/>
              </a:lnSpc>
              <a:spcBef>
                <a:spcPts val="1800"/>
              </a:spcBef>
            </a:pPr>
            <a:r>
              <a:rPr lang="en-US" sz="1600" b="0" dirty="0">
                <a:solidFill>
                  <a:srgbClr val="2F2F2F"/>
                </a:solidFill>
                <a:latin typeface="Segoe UI Semibold"/>
              </a:rPr>
              <a:t>Overview Reusable PnP Controls</a:t>
            </a:r>
          </a:p>
          <a:p>
            <a:pPr lvl="0">
              <a:lnSpc>
                <a:spcPct val="90000"/>
              </a:lnSpc>
              <a:spcBef>
                <a:spcPts val="1800"/>
              </a:spcBef>
            </a:pPr>
            <a:r>
              <a:rPr lang="en-US" sz="1600" b="0" dirty="0">
                <a:solidFill>
                  <a:srgbClr val="2F2F2F"/>
                </a:solidFill>
                <a:latin typeface="Segoe UI Semibold"/>
              </a:rPr>
              <a:t>Leveraging PnP Controls</a:t>
            </a:r>
          </a:p>
        </p:txBody>
      </p:sp>
    </p:spTree>
    <p:extLst>
      <p:ext uri="{BB962C8B-B14F-4D97-AF65-F5344CB8AC3E}">
        <p14:creationId xmlns:p14="http://schemas.microsoft.com/office/powerpoint/2010/main" val="2509242320"/>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1B3A684-C5C1-4B91-8D72-E2DBE6DAFFCC}"/>
              </a:ext>
            </a:extLst>
          </p:cNvPr>
          <p:cNvSpPr/>
          <p:nvPr/>
        </p:nvSpPr>
        <p:spPr bwMode="auto">
          <a:xfrm>
            <a:off x="0" y="1504710"/>
            <a:ext cx="12436475" cy="4591290"/>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p:nvPr>
        </p:nvSpPr>
        <p:spPr/>
        <p:txBody>
          <a:bodyPr/>
          <a:lstStyle/>
          <a:p>
            <a:r>
              <a:rPr lang="en-US" dirty="0"/>
              <a:t>Reading further</a:t>
            </a:r>
          </a:p>
        </p:txBody>
      </p:sp>
      <p:sp>
        <p:nvSpPr>
          <p:cNvPr id="3" name="Text Placeholder 2"/>
          <p:cNvSpPr>
            <a:spLocks noGrp="1"/>
          </p:cNvSpPr>
          <p:nvPr>
            <p:ph type="body" sz="quarter" idx="10"/>
          </p:nvPr>
        </p:nvSpPr>
        <p:spPr>
          <a:xfrm>
            <a:off x="465138" y="1930734"/>
            <a:ext cx="11533187" cy="2754600"/>
          </a:xfrm>
        </p:spPr>
        <p:txBody>
          <a:bodyPr/>
          <a:lstStyle/>
          <a:p>
            <a:pPr marL="342900" marR="0" lvl="0" indent="-342900" defTabSz="914400" eaLnBrk="1" fontAlgn="auto" latinLnBrk="0" hangingPunct="1">
              <a:lnSpc>
                <a:spcPct val="100000"/>
              </a:lnSpc>
              <a:spcBef>
                <a:spcPts val="600"/>
              </a:spcBef>
              <a:spcAft>
                <a:spcPts val="0"/>
              </a:spcAft>
              <a:buClrTx/>
              <a:buSzTx/>
              <a:buFont typeface="Arial" charset="0"/>
              <a:buNone/>
              <a:tabLst/>
              <a:defRPr/>
            </a:pPr>
            <a:r>
              <a:rPr lang="en-US" sz="1800" dirty="0">
                <a:latin typeface="+mj-lt"/>
              </a:rPr>
              <a:t>Overview of the SharePoint Framework</a:t>
            </a:r>
          </a:p>
          <a:p>
            <a:pPr marL="342900" lvl="0" indent="-342900" defTabSz="914400">
              <a:lnSpc>
                <a:spcPct val="100000"/>
              </a:lnSpc>
              <a:spcBef>
                <a:spcPts val="600"/>
              </a:spcBef>
              <a:buSzTx/>
              <a:defRPr/>
            </a:pPr>
            <a:r>
              <a:rPr lang="en-US" sz="1800" dirty="0">
                <a:latin typeface="+mj-lt"/>
                <a:hlinkClick r:id="rId3"/>
              </a:rPr>
              <a:t>https://learn.microsoft.com/sharepoint/dev/spfx/sharepoint-framework-overview</a:t>
            </a:r>
            <a:endParaRPr lang="en-US" sz="1800" dirty="0">
              <a:latin typeface="+mj-lt"/>
            </a:endParaRPr>
          </a:p>
          <a:p>
            <a:pPr marL="342900" lvl="0" indent="-342900" defTabSz="914400">
              <a:lnSpc>
                <a:spcPct val="100000"/>
              </a:lnSpc>
              <a:spcBef>
                <a:spcPts val="600"/>
              </a:spcBef>
              <a:buSzTx/>
              <a:defRPr/>
            </a:pPr>
            <a:endParaRPr lang="en-US" sz="1800" dirty="0">
              <a:latin typeface="+mj-lt"/>
            </a:endParaRPr>
          </a:p>
          <a:p>
            <a:pPr marL="342900" marR="0" lvl="0" indent="-342900" defTabSz="914400" eaLnBrk="1" fontAlgn="auto" latinLnBrk="0" hangingPunct="1">
              <a:lnSpc>
                <a:spcPct val="100000"/>
              </a:lnSpc>
              <a:spcBef>
                <a:spcPts val="600"/>
              </a:spcBef>
              <a:spcAft>
                <a:spcPts val="0"/>
              </a:spcAft>
              <a:buClrTx/>
              <a:buSzTx/>
              <a:buFont typeface="Arial" charset="0"/>
              <a:buNone/>
              <a:tabLst/>
              <a:defRPr/>
            </a:pPr>
            <a:r>
              <a:rPr lang="en-US" sz="1800" dirty="0">
                <a:latin typeface="+mj-lt"/>
              </a:rPr>
              <a:t>Make your SharePoint Client-Side Web Part Configurable</a:t>
            </a:r>
          </a:p>
          <a:p>
            <a:pPr marL="342900" lvl="0" indent="-342900" defTabSz="914400">
              <a:lnSpc>
                <a:spcPct val="100000"/>
              </a:lnSpc>
              <a:spcBef>
                <a:spcPts val="600"/>
              </a:spcBef>
              <a:buSzTx/>
              <a:defRPr/>
            </a:pPr>
            <a:r>
              <a:rPr lang="en-US" sz="1800" dirty="0">
                <a:latin typeface="+mj-lt"/>
                <a:hlinkClick r:id="rId4"/>
              </a:rPr>
              <a:t>https://learn.microsoft.com/sharepoint/dev/spfx/web-parts/basics/integrate-with-property-pane</a:t>
            </a:r>
            <a:r>
              <a:rPr lang="en-US" sz="1800" dirty="0">
                <a:latin typeface="+mj-lt"/>
              </a:rPr>
              <a:t> </a:t>
            </a:r>
          </a:p>
          <a:p>
            <a:pPr marL="342900" lvl="0" indent="-342900" defTabSz="914400">
              <a:lnSpc>
                <a:spcPct val="100000"/>
              </a:lnSpc>
              <a:spcBef>
                <a:spcPts val="600"/>
              </a:spcBef>
              <a:buSzTx/>
              <a:defRPr/>
            </a:pPr>
            <a:endParaRPr lang="en-US" sz="1800" dirty="0">
              <a:latin typeface="+mj-lt"/>
            </a:endParaRPr>
          </a:p>
          <a:p>
            <a:pPr marL="342900" lvl="0" indent="-342900" defTabSz="914400">
              <a:lnSpc>
                <a:spcPct val="100000"/>
              </a:lnSpc>
              <a:spcBef>
                <a:spcPts val="600"/>
              </a:spcBef>
              <a:buSzTx/>
              <a:defRPr/>
            </a:pPr>
            <a:r>
              <a:rPr lang="en-US" sz="1800" dirty="0">
                <a:latin typeface="+mj-lt"/>
              </a:rPr>
              <a:t>Reusable Property Panel Controls for SharePoint Framework Solutions</a:t>
            </a:r>
          </a:p>
          <a:p>
            <a:pPr marL="342900" lvl="0" indent="-342900" defTabSz="914400">
              <a:lnSpc>
                <a:spcPct val="100000"/>
              </a:lnSpc>
              <a:spcBef>
                <a:spcPts val="600"/>
              </a:spcBef>
              <a:buSzTx/>
              <a:defRPr/>
            </a:pPr>
            <a:r>
              <a:rPr lang="en-US" sz="1800" dirty="0">
                <a:latin typeface="+mj-lt"/>
                <a:hlinkClick r:id="rId5"/>
              </a:rPr>
              <a:t>https://sharepoint.github.io/sp-dev-fx-property-controls/</a:t>
            </a:r>
            <a:r>
              <a:rPr lang="en-US" sz="1800" dirty="0">
                <a:latin typeface="+mj-lt"/>
              </a:rPr>
              <a:t> </a:t>
            </a:r>
          </a:p>
        </p:txBody>
      </p:sp>
    </p:spTree>
    <p:extLst>
      <p:ext uri="{BB962C8B-B14F-4D97-AF65-F5344CB8AC3E}">
        <p14:creationId xmlns:p14="http://schemas.microsoft.com/office/powerpoint/2010/main" val="2666118601"/>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 you.</a:t>
            </a:r>
          </a:p>
        </p:txBody>
      </p:sp>
    </p:spTree>
    <p:extLst>
      <p:ext uri="{BB962C8B-B14F-4D97-AF65-F5344CB8AC3E}">
        <p14:creationId xmlns:p14="http://schemas.microsoft.com/office/powerpoint/2010/main" val="3724015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0847957"/>
      </p:ext>
    </p:extLst>
  </p:cSld>
  <p:clrMapOvr>
    <a:masterClrMapping/>
  </p:clrMapOvr>
  <p:transition>
    <p:fade/>
  </p:transition>
</p:sld>
</file>

<file path=ppt/theme/theme1.xml><?xml version="1.0" encoding="utf-8"?>
<a:theme xmlns:a="http://schemas.openxmlformats.org/drawingml/2006/main" name="Office 365 PPT Template - 2017">
  <a:themeElements>
    <a:clrScheme name="Office17_2">
      <a:dk1>
        <a:srgbClr val="2F2F2F"/>
      </a:dk1>
      <a:lt1>
        <a:srgbClr val="E6E6E6"/>
      </a:lt1>
      <a:dk2>
        <a:srgbClr val="2F2F2F"/>
      </a:dk2>
      <a:lt2>
        <a:srgbClr val="FFFFFF"/>
      </a:lt2>
      <a:accent1>
        <a:srgbClr val="D83B01"/>
      </a:accent1>
      <a:accent2>
        <a:srgbClr val="2F2F2F"/>
      </a:accent2>
      <a:accent3>
        <a:srgbClr val="D2D2D2"/>
      </a:accent3>
      <a:accent4>
        <a:srgbClr val="E6E6E6"/>
      </a:accent4>
      <a:accent5>
        <a:srgbClr val="2F2F2F"/>
      </a:accent5>
      <a:accent6>
        <a:srgbClr val="D2D2D2"/>
      </a:accent6>
      <a:hlink>
        <a:srgbClr val="D83B01"/>
      </a:hlink>
      <a:folHlink>
        <a:srgbClr val="D83B01"/>
      </a:folHlink>
    </a:clrScheme>
    <a:fontScheme name="Custom 2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Office PPT Template 2017_Final [Read-Only]" id="{73F65A92-A1E2-4F85-816E-D7BE701F4FD1}" vid="{D56D5674-EDE9-4FB8-A009-BF74ED985E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athena xmlns="http://schemas.microsoft.com/edu/athena" version="0.1.3396.0">
  <ink scale="0.5713244">AAEAAAD/////AQAAAAAAAAAMAgAAAE9BdXRob3JQUFQsIFZlcnNpb249MC4xLjMzOTYuMCwgQ3VsdHVyZT1uZXV0cmFsLCBQdWJsaWNLZXlUb2tlbj0zMWJmMzg1NmFkMzY0ZTM1BQEAAAALSW5rTWF0dGVyVjEDAAAADUxpc3RgMStfaXRlbXMMTGlzdGAxK19zaXplD0xpc3RgMStfdmVyc2lvbgQAABdTaGFyZWQuSW5raW5nLklua0F0b21bXQIAAAAICAIAAAAJAwAAAAIAAAAdAAAABwMAAAAAAQAAAAQAAAAECUlua0F0b21WMQIAAAAJBAAAAAkFAAAADQIFBAAAAAtQZW5TdHJva2VWMQQAAAAKQXR0cmlidXRlcwVUcmFjZQlTdGFydFRpbWUEVHlwZQQEAAQPUGVuQXR0cmlidXRlc1YxAgAAAApJbmtUcmFjZVYxAgAAABAMQWN0aW9uVHlwZVYxAgAAAAIAAAAJBgAAAAkHAAAA5O8AAAAAAAAF+P///wxBY3Rpb25UeXBlVjEBAAAAB3ZhbHVlX18ACAIAAAAAAAAABQUAAAANQ2xlYXJDYW52YXNWMQIAAAAJU3RhcnRUaW1lBFR5cGUABBAMQWN0aW9uVHlwZVYxAgAAAAIAAADYBgEAAAAAAAH3////+P///wAAAAAFBgAAAA9QZW5BdHRyaWJ1dGVzVjEKAAAAB19jb2xvckEHX2NvbG9yUgdfY29sb3JHB19jb2xvckIKRml0VG9DdXJ2ZQZIZWlnaHQOSWdub3JlUHJlc3N1cmUNSXNIaWdobGlnaHRlcgVTaGFwZQVXaWR0aAAAAAAAAAAABAACAgICAQYBAQxCcnVzaFNoYXBlVjECAAAABgIAAAD/AAAAAAAAAAAAAAhAAAAF9v///wxCcnVzaFNoYXBlVjEBAAAAB3ZhbHVlX18ACAIAAAABAAAAAAAAAAAACEAFBwAAAApJbmtUcmFjZVYxAwAAAA1MaXN0YDErX2l0ZW1zDExpc3RgMStfc2l6ZQ9MaXN0YDErX3ZlcnNpb24EAAAYU2hhcmVkLklua2luZy5JbmtQb2ludFtdAgAAAAgIAgAAAAkLAAAAAQAAAAEAAAAHCwAAAAABAAAABAAAAAQKSW5rUG9pbnRWMQIAAAAJDAAAAA0DBQwAAAAKSW5rUG9pbnRWMQQAAAABWAFZDlByZXNzdXJlRmFjdG9yCVRpbWVTdGFtcAAAAAAGBgsQAgAAAAACAAAAAOA/IAAAAAAA4D8AAAA/AAAAAAAAAAAL</ink>
</athena>
</file>

<file path=customXml/itemProps1.xml><?xml version="1.0" encoding="utf-8"?>
<ds:datastoreItem xmlns:ds="http://schemas.openxmlformats.org/officeDocument/2006/customXml" ds:itemID="{AB748CBD-0949-444B-9600-75CD9A8FAB3E}">
  <ds:schemaRefs>
    <ds:schemaRef ds:uri="http://schemas.microsoft.com/edu/athena"/>
  </ds:schemaRefs>
</ds:datastoreItem>
</file>

<file path=docProps/app.xml><?xml version="1.0" encoding="utf-8"?>
<Properties xmlns="http://schemas.openxmlformats.org/officeDocument/2006/extended-properties" xmlns:vt="http://schemas.openxmlformats.org/officeDocument/2006/docPropsVTypes">
  <Template>Office templates</Template>
  <TotalTime>0</TotalTime>
  <Words>1221</Words>
  <Application>Microsoft Macintosh PowerPoint</Application>
  <PresentationFormat>Custom</PresentationFormat>
  <Paragraphs>125</Paragraphs>
  <Slides>11</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Consolas</vt:lpstr>
      <vt:lpstr>Segoe UI</vt:lpstr>
      <vt:lpstr>Segoe UI Light</vt:lpstr>
      <vt:lpstr>Segoe UI Semibold</vt:lpstr>
      <vt:lpstr>Wingdings</vt:lpstr>
      <vt:lpstr>Office 365 PPT Template - 2017</vt:lpstr>
      <vt:lpstr>Working with the Web Part Property Pane</vt:lpstr>
      <vt:lpstr>Leverage the SPFx PnP Reusable Property Pane Controls</vt:lpstr>
      <vt:lpstr>Overview</vt:lpstr>
      <vt:lpstr>Property Pane Controls for SPFx</vt:lpstr>
      <vt:lpstr>Popular Controls from the PnP Library</vt:lpstr>
      <vt:lpstr>Adding to your project</vt:lpstr>
      <vt:lpstr>Demo Leveraging the SPFx PnP Reusable Property Pane Controls</vt:lpstr>
      <vt:lpstr>Summary</vt:lpstr>
      <vt:lpstr>Reading further</vt:lpstr>
      <vt:lpstr>Thank you.</vt:lpstr>
      <vt:lpstr>PowerPoint Presentation</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2017-08-19T23:50:46Z</dcterms:created>
  <dcterms:modified xsi:type="dcterms:W3CDTF">2026-05-25T11:01:14Z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vesaj@microsoft.com</vt:lpwstr>
  </property>
  <property fmtid="{D5CDD505-2E9C-101B-9397-08002B2CF9AE}" pid="5" name="MSIP_Label_f42aa342-8706-4288-bd11-ebb85995028c_SetDate">
    <vt:lpwstr>2018-12-20T12:55:35.4497539Z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Extended_MSFT_Method">
    <vt:lpwstr>Automatic</vt:lpwstr>
  </property>
  <property fmtid="{D5CDD505-2E9C-101B-9397-08002B2CF9AE}" pid="9" name="Sensitivity">
    <vt:lpwstr>General</vt:lpwstr>
  </property>
</Properties>
</file>